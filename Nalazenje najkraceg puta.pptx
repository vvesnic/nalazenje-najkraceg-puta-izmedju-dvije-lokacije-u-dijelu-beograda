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370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93A32-021F-75BE-1D9E-FFF191BDE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FEF330-85F1-4440-1218-E0B7373BD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D37F0-3F8B-89FE-6875-A665F2F0D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711-2D08-4DF7-9916-4FAE9B0C23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04634-A32A-F280-F2EF-9DA41E65A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74390-1102-F143-AB06-C3E150DCC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FE79-AA20-46B4-88F4-5133611CD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31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B3F09-9682-CE58-5F4D-3927FF028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44CA6-607C-B187-5AA5-0A7C81A47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201C2-E843-8202-5834-5CB6F6B2A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711-2D08-4DF7-9916-4FAE9B0C23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08D98-299C-805D-9611-F978A865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998D6-BD32-52D0-9DD6-3DE47D0FB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FE79-AA20-46B4-88F4-5133611CD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47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749D1-25D4-233A-C0DA-8570E916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ABE7B-CC91-4A2A-F6B1-572C7A940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7DBC7-0C53-690E-66AF-095E2BD4C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711-2D08-4DF7-9916-4FAE9B0C23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61F73-A715-2B3E-BF73-8887C560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8C7C4-C344-8710-8515-FF1F3839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FE79-AA20-46B4-88F4-5133611CD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70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F9ECA-FC99-EA5E-A98E-40E52705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FE238-A085-73A9-2B7C-35D3DD25FB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F77B1-2620-80E9-0944-2983709DA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B9B9B-EF3F-490F-6486-6B93B2C37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711-2D08-4DF7-9916-4FAE9B0C23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09F1E-80CF-9680-F917-F0226F87F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E97D0-8180-CFA8-B0FA-824723C3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FE79-AA20-46B4-88F4-5133611CD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20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3DE67-E2B0-D47D-FFF2-0BEC407E2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7AF92-8437-6228-C9C3-5938BC0B4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E16EAF-41A2-B859-95FC-C1AD2710A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3B7AF4-50C4-14DA-9C5E-3F94D953E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B8C5DD-79ED-6733-DCC7-227D387E1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6ACC12-527F-B5CE-4DA9-98335D409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711-2D08-4DF7-9916-4FAE9B0C23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B1EDCF-3A31-8189-EC3C-49582598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B1D75C-E8D4-DE6F-3991-108C1D0C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FE79-AA20-46B4-88F4-5133611CD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13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73724-2E3D-FEB0-036A-99911FAF5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1745FC-CF92-1B33-84D1-1B9BF7579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711-2D08-4DF7-9916-4FAE9B0C23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18F0EF-B6D7-7B08-C9E6-93A19A99C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E4B83-ADAD-5E49-9AA8-38E346BCA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FE79-AA20-46B4-88F4-5133611CD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52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3EBE31-8BD9-2FA6-6521-AE92C8CDE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711-2D08-4DF7-9916-4FAE9B0C23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FA54F1-1145-06BB-B385-4FCA5F70C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5CC2F-93E6-DBEB-E7C7-0A80F65E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FE79-AA20-46B4-88F4-5133611CD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29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17E6F-92A3-2B5F-95E3-D8C062E9B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75401-E8D4-968B-1F32-DB2556F5F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513BF-C2B6-A6C6-FC53-7C0C9D805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DF333-7B10-A4D8-BB09-92A98F875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711-2D08-4DF7-9916-4FAE9B0C23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9986A-B924-AD6C-81B6-9DCA54AE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8714B-CF04-3BB9-2D37-953A8B41F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FE79-AA20-46B4-88F4-5133611CD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28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6D7F1-45BE-AEC2-8D20-3BD9F9919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9A7668-03B0-9149-FA0C-BB966F6A4F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6B2022-CA93-D2DD-8B06-20E88F663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7EADC9-2D6D-879C-A17F-7AA909E52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711-2D08-4DF7-9916-4FAE9B0C23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B4283-20C8-6AAA-69AC-1BA23C1A1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07554-FEC4-B39A-5E96-148C5B32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FE79-AA20-46B4-88F4-5133611CD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68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5982F-DF41-8866-9BF8-8362292F2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41BB3-E507-976F-8457-EC4AD0069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BB074-685F-6859-B90D-F32924A2C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711-2D08-4DF7-9916-4FAE9B0C23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DD921-DDF3-EF0B-DAAD-5912D4931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FE067-7F8D-865C-EFC4-912BA7932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FE79-AA20-46B4-88F4-5133611CD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77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24D78F-B41F-6039-2ECF-7C580621D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427BCA-9A3C-E927-7CDD-E6D887032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13B86-036F-AFAF-832D-3C532D5EA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D0711-2D08-4DF7-9916-4FAE9B0C23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34FDE-A50A-ED09-458B-1C6EB1403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6271A-5BA7-198E-A9C3-A7C932414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FE79-AA20-46B4-88F4-5133611CD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52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937B16-062E-7478-6561-574C9584D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8EC9-245A-5F9B-2140-871A918E1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3A0F3-02C0-F455-4E3D-A169DCE76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D0711-2D08-4DF7-9916-4FAE9B0C2320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8070A-D414-80B8-334E-A0DDEA09E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5E365-9DCD-290D-2D00-DEA76B3B1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6FE79-AA20-46B4-88F4-5133611CD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44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E7780-0F42-1C8D-A35C-7CCF06522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38932" y="6316132"/>
            <a:ext cx="948267" cy="80963"/>
          </a:xfrm>
        </p:spPr>
        <p:txBody>
          <a:bodyPr>
            <a:normAutofit fontScale="90000"/>
          </a:bodyPr>
          <a:lstStyle/>
          <a:p>
            <a:endParaRPr lang="en-US" sz="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5E0A8E-0DD2-1C5F-B19B-95474BC5A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8505"/>
            <a:ext cx="9144000" cy="1655762"/>
          </a:xfrm>
        </p:spPr>
        <p:txBody>
          <a:bodyPr/>
          <a:lstStyle/>
          <a:p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projekat</a:t>
            </a:r>
            <a:r>
              <a:rPr lang="en-US" dirty="0"/>
              <a:t> </a:t>
            </a:r>
            <a:r>
              <a:rPr lang="en-US" dirty="0" err="1"/>
              <a:t>implementira</a:t>
            </a:r>
            <a:r>
              <a:rPr lang="en-US" dirty="0"/>
              <a:t> </a:t>
            </a:r>
            <a:r>
              <a:rPr lang="en-US" dirty="0" err="1"/>
              <a:t>algoritam</a:t>
            </a:r>
            <a:r>
              <a:rPr lang="en-US" dirty="0"/>
              <a:t> za </a:t>
            </a:r>
            <a:r>
              <a:rPr lang="en-US" dirty="0" err="1"/>
              <a:t>pronalaženje</a:t>
            </a:r>
            <a:r>
              <a:rPr lang="en-US" dirty="0"/>
              <a:t> </a:t>
            </a:r>
            <a:r>
              <a:rPr lang="en-US" dirty="0" err="1"/>
              <a:t>najkraćeg</a:t>
            </a:r>
            <a:r>
              <a:rPr lang="en-US" dirty="0"/>
              <a:t> puta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dvije</a:t>
            </a:r>
            <a:r>
              <a:rPr lang="en-US" dirty="0"/>
              <a:t> </a:t>
            </a:r>
            <a:r>
              <a:rPr lang="en-US" dirty="0" err="1"/>
              <a:t>tačke</a:t>
            </a:r>
            <a:r>
              <a:rPr lang="en-US" dirty="0"/>
              <a:t> u </a:t>
            </a:r>
            <a:r>
              <a:rPr lang="en-US" dirty="0" err="1"/>
              <a:t>dijelu</a:t>
            </a:r>
            <a:r>
              <a:rPr lang="en-US" dirty="0"/>
              <a:t> </a:t>
            </a:r>
            <a:r>
              <a:rPr lang="en-US" dirty="0" err="1"/>
              <a:t>Beograda</a:t>
            </a:r>
            <a:r>
              <a:rPr lang="en-US" dirty="0"/>
              <a:t> </a:t>
            </a:r>
            <a:r>
              <a:rPr lang="en-US" dirty="0" err="1"/>
              <a:t>koristeći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OpenStreetMap-a (OSM). Program je </a:t>
            </a:r>
            <a:r>
              <a:rPr lang="en-US" dirty="0" err="1"/>
              <a:t>napisan</a:t>
            </a:r>
            <a:r>
              <a:rPr lang="en-US" dirty="0"/>
              <a:t> u C </a:t>
            </a:r>
            <a:r>
              <a:rPr lang="en-US" dirty="0" err="1"/>
              <a:t>programskom</a:t>
            </a:r>
            <a:r>
              <a:rPr lang="en-US" dirty="0"/>
              <a:t> </a:t>
            </a:r>
            <a:r>
              <a:rPr lang="en-US" dirty="0" err="1"/>
              <a:t>jeziku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Dijkstrin</a:t>
            </a:r>
            <a:r>
              <a:rPr lang="en-US" dirty="0"/>
              <a:t> </a:t>
            </a:r>
            <a:r>
              <a:rPr lang="en-US" dirty="0" err="1"/>
              <a:t>algoritam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3A9B05-69C8-D773-4450-2BEAB6691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800" y="1964267"/>
            <a:ext cx="7160400" cy="463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399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9B560-E47D-8D0C-73AF-ABE76F268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110" y="653454"/>
            <a:ext cx="4817689" cy="5551092"/>
          </a:xfrm>
        </p:spPr>
        <p:txBody>
          <a:bodyPr>
            <a:normAutofit/>
          </a:bodyPr>
          <a:lstStyle/>
          <a:p>
            <a:r>
              <a:rPr lang="en-US" sz="1400" dirty="0"/>
              <a:t>id: </a:t>
            </a:r>
            <a:r>
              <a:rPr lang="en-US" sz="1400" dirty="0" err="1"/>
              <a:t>Jedinstveni</a:t>
            </a:r>
            <a:r>
              <a:rPr lang="en-US" sz="1400" dirty="0"/>
              <a:t> </a:t>
            </a:r>
            <a:r>
              <a:rPr lang="en-US" sz="1400" dirty="0" err="1"/>
              <a:t>broj</a:t>
            </a:r>
            <a:r>
              <a:rPr lang="en-US" sz="1400" dirty="0"/>
              <a:t> </a:t>
            </a:r>
            <a:r>
              <a:rPr lang="en-US" sz="1400" dirty="0" err="1"/>
              <a:t>čvora</a:t>
            </a:r>
            <a:r>
              <a:rPr lang="en-US" sz="1400" dirty="0"/>
              <a:t> (</a:t>
            </a:r>
            <a:r>
              <a:rPr lang="en-US" sz="1400" dirty="0" err="1"/>
              <a:t>i</a:t>
            </a:r>
            <a:r>
              <a:rPr lang="en-US" sz="1400" dirty="0"/>
              <a:t> puta) (</a:t>
            </a:r>
            <a:r>
              <a:rPr lang="en-US" sz="1400" dirty="0" err="1"/>
              <a:t>npr</a:t>
            </a:r>
            <a:r>
              <a:rPr lang="en-US" sz="1400" dirty="0"/>
              <a:t>. 1, 2, 3, 4)</a:t>
            </a:r>
            <a:br>
              <a:rPr lang="en-US" sz="1400" dirty="0"/>
            </a:br>
            <a:r>
              <a:rPr lang="en-US" sz="1400" dirty="0"/>
              <a:t>&lt;</a:t>
            </a:r>
            <a:r>
              <a:rPr lang="en-US" sz="1400" dirty="0" err="1"/>
              <a:t>nd</a:t>
            </a:r>
            <a:r>
              <a:rPr lang="en-US" sz="1400" dirty="0"/>
              <a:t> ref="..."/&gt;: Ovo </a:t>
            </a:r>
            <a:r>
              <a:rPr lang="en-US" sz="1400" dirty="0" err="1"/>
              <a:t>su</a:t>
            </a:r>
            <a:r>
              <a:rPr lang="en-US" sz="1400" dirty="0"/>
              <a:t> "reference"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čvorove</a:t>
            </a:r>
            <a:r>
              <a:rPr lang="en-US" sz="1400" dirty="0"/>
              <a:t>. Na </a:t>
            </a:r>
            <a:r>
              <a:rPr lang="en-US" sz="1400" dirty="0" err="1"/>
              <a:t>primjer</a:t>
            </a:r>
            <a:r>
              <a:rPr lang="en-US" sz="1400" dirty="0"/>
              <a:t>, put 100 </a:t>
            </a:r>
            <a:r>
              <a:rPr lang="en-US" sz="1400" dirty="0" err="1"/>
              <a:t>povezuje</a:t>
            </a:r>
            <a:r>
              <a:rPr lang="en-US" sz="1400" dirty="0"/>
              <a:t> </a:t>
            </a:r>
            <a:r>
              <a:rPr lang="en-US" sz="1400" dirty="0" err="1"/>
              <a:t>čvor</a:t>
            </a:r>
            <a:r>
              <a:rPr lang="en-US" sz="1400" dirty="0"/>
              <a:t> 1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čvor</a:t>
            </a:r>
            <a:r>
              <a:rPr lang="en-US" sz="1400" dirty="0"/>
              <a:t> 2</a:t>
            </a:r>
            <a:br>
              <a:rPr lang="en-US" dirty="0"/>
            </a:br>
            <a:endParaRPr lang="en-US" sz="1400" dirty="0"/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1FFA921-7009-960E-60A4-4DB1341BE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4999" y="653454"/>
            <a:ext cx="4817689" cy="555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516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692DE-EA5E-EC36-CD1A-577B8DF9C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7EB0E6E-C516-6CE2-AF87-1DFA163E15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8370" y="500006"/>
            <a:ext cx="9655260" cy="5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428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A1D9-5DFD-ED7D-E7E7-71DB1F759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Folder </a:t>
            </a:r>
            <a:r>
              <a:rPr lang="en-US" sz="1400" b="1" dirty="0"/>
              <a:t>model</a:t>
            </a:r>
            <a:r>
              <a:rPr lang="en-US" sz="1400" dirty="0"/>
              <a:t> </a:t>
            </a:r>
            <a:r>
              <a:rPr lang="en-US" sz="1400" dirty="0" err="1"/>
              <a:t>sadrži</a:t>
            </a:r>
            <a:r>
              <a:rPr lang="en-US" sz="1400" dirty="0"/>
              <a:t> </a:t>
            </a:r>
            <a:r>
              <a:rPr lang="en-US" sz="1400" dirty="0" err="1"/>
              <a:t>osnovne</a:t>
            </a:r>
            <a:r>
              <a:rPr lang="en-US" sz="1400" dirty="0"/>
              <a:t> </a:t>
            </a:r>
            <a:r>
              <a:rPr lang="en-US" sz="1400" dirty="0" err="1"/>
              <a:t>strukture</a:t>
            </a:r>
            <a:r>
              <a:rPr lang="en-US" sz="1400" dirty="0"/>
              <a:t> </a:t>
            </a:r>
            <a:r>
              <a:rPr lang="en-US" sz="1400" dirty="0" err="1"/>
              <a:t>podataka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logiku</a:t>
            </a:r>
            <a:r>
              <a:rPr lang="en-US" sz="1400" dirty="0"/>
              <a:t> za rad </a:t>
            </a:r>
            <a:r>
              <a:rPr lang="en-US" sz="1400" dirty="0" err="1"/>
              <a:t>sa</a:t>
            </a:r>
            <a:r>
              <a:rPr lang="en-US" sz="1400" dirty="0"/>
              <a:t> </a:t>
            </a:r>
            <a:r>
              <a:rPr lang="en-US" sz="1400" dirty="0" err="1"/>
              <a:t>grafom</a:t>
            </a:r>
            <a:r>
              <a:rPr lang="en-US" sz="1400" dirty="0"/>
              <a:t> (</a:t>
            </a:r>
            <a:r>
              <a:rPr lang="en-US" sz="1400" dirty="0" err="1"/>
              <a:t>mapom</a:t>
            </a:r>
            <a:r>
              <a:rPr lang="en-US" sz="1400" dirty="0"/>
              <a:t>). U </a:t>
            </a:r>
            <a:r>
              <a:rPr lang="en-US" sz="1400" dirty="0" err="1"/>
              <a:t>njemu</a:t>
            </a:r>
            <a:r>
              <a:rPr lang="en-US" sz="1400" dirty="0"/>
              <a:t> se </a:t>
            </a:r>
            <a:r>
              <a:rPr lang="en-US" sz="1400" dirty="0" err="1"/>
              <a:t>nalaze</a:t>
            </a:r>
            <a:r>
              <a:rPr lang="en-US" sz="1400" dirty="0"/>
              <a:t> </a:t>
            </a:r>
            <a:r>
              <a:rPr lang="en-US" sz="1400" dirty="0" err="1"/>
              <a:t>dvije</a:t>
            </a:r>
            <a:r>
              <a:rPr lang="en-US" sz="1400" dirty="0"/>
              <a:t> </a:t>
            </a:r>
            <a:r>
              <a:rPr lang="en-US" sz="1400" dirty="0" err="1"/>
              <a:t>ključne</a:t>
            </a:r>
            <a:r>
              <a:rPr lang="en-US" sz="1400" dirty="0"/>
              <a:t> </a:t>
            </a:r>
            <a:r>
              <a:rPr lang="en-US" sz="1400" dirty="0" err="1"/>
              <a:t>datoteke</a:t>
            </a:r>
            <a:r>
              <a:rPr lang="en-US" sz="1400" dirty="0"/>
              <a:t>: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 err="1"/>
              <a:t>graph.h</a:t>
            </a:r>
            <a:br>
              <a:rPr lang="en-US" sz="1400" dirty="0"/>
            </a:br>
            <a:r>
              <a:rPr lang="en-US" sz="1400" dirty="0"/>
              <a:t>: </a:t>
            </a:r>
            <a:r>
              <a:rPr lang="en-US" sz="1400" dirty="0" err="1"/>
              <a:t>Definiše</a:t>
            </a:r>
            <a:r>
              <a:rPr lang="en-US" sz="1400" dirty="0"/>
              <a:t> </a:t>
            </a:r>
            <a:r>
              <a:rPr lang="en-US" sz="1400" dirty="0" err="1"/>
              <a:t>strukture</a:t>
            </a:r>
            <a:r>
              <a:rPr lang="en-US" sz="1400" dirty="0"/>
              <a:t> Node (</a:t>
            </a:r>
            <a:r>
              <a:rPr lang="en-US" sz="1400" dirty="0" err="1"/>
              <a:t>čvor</a:t>
            </a:r>
            <a:r>
              <a:rPr lang="en-US" sz="1400" dirty="0"/>
              <a:t>), Edge (</a:t>
            </a:r>
            <a:r>
              <a:rPr lang="en-US" sz="1400" dirty="0" err="1"/>
              <a:t>ivica</a:t>
            </a:r>
            <a:r>
              <a:rPr lang="en-US" sz="1400" dirty="0"/>
              <a:t>/</a:t>
            </a:r>
            <a:r>
              <a:rPr lang="en-US" sz="1400" dirty="0" err="1"/>
              <a:t>ulica</a:t>
            </a:r>
            <a:r>
              <a:rPr lang="en-US" sz="1400" dirty="0"/>
              <a:t>) </a:t>
            </a:r>
            <a:r>
              <a:rPr lang="en-US" sz="1400" dirty="0" err="1"/>
              <a:t>i</a:t>
            </a:r>
            <a:r>
              <a:rPr lang="en-US" sz="1400" dirty="0"/>
              <a:t> Graph.</a:t>
            </a:r>
            <a:br>
              <a:rPr lang="en-US" sz="1400" dirty="0"/>
            </a:br>
            <a:r>
              <a:rPr lang="en-US" sz="1400" dirty="0" err="1"/>
              <a:t>graph.c</a:t>
            </a:r>
            <a:br>
              <a:rPr lang="en-US" sz="1400" dirty="0"/>
            </a:br>
            <a:r>
              <a:rPr lang="en-US" sz="1400" dirty="0"/>
              <a:t>: </a:t>
            </a:r>
            <a:r>
              <a:rPr lang="en-US" sz="1400" dirty="0" err="1"/>
              <a:t>Sadrži</a:t>
            </a:r>
            <a:r>
              <a:rPr lang="en-US" sz="1400" dirty="0"/>
              <a:t> </a:t>
            </a:r>
            <a:r>
              <a:rPr lang="en-US" sz="1400" dirty="0" err="1"/>
              <a:t>implementaciju</a:t>
            </a:r>
            <a:r>
              <a:rPr lang="en-US" sz="1400" dirty="0"/>
              <a:t> </a:t>
            </a:r>
            <a:r>
              <a:rPr lang="en-US" sz="1400" dirty="0" err="1"/>
              <a:t>funkcija</a:t>
            </a:r>
            <a:r>
              <a:rPr lang="en-US" sz="1400" dirty="0"/>
              <a:t> za </a:t>
            </a:r>
            <a:r>
              <a:rPr lang="en-US" sz="1400" dirty="0" err="1"/>
              <a:t>kreiranje</a:t>
            </a:r>
            <a:r>
              <a:rPr lang="en-US" sz="1400" dirty="0"/>
              <a:t> </a:t>
            </a:r>
            <a:r>
              <a:rPr lang="en-US" sz="1400" dirty="0" err="1"/>
              <a:t>grafa</a:t>
            </a:r>
            <a:r>
              <a:rPr lang="en-US" sz="1400" dirty="0"/>
              <a:t>, </a:t>
            </a:r>
            <a:r>
              <a:rPr lang="en-US" sz="1400" dirty="0" err="1"/>
              <a:t>dodavanje</a:t>
            </a:r>
            <a:r>
              <a:rPr lang="en-US" sz="1400" dirty="0"/>
              <a:t> </a:t>
            </a:r>
            <a:r>
              <a:rPr lang="en-US" sz="1400" dirty="0" err="1"/>
              <a:t>elemenata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pretragu</a:t>
            </a:r>
            <a:r>
              <a:rPr lang="en-US" sz="1400" dirty="0"/>
              <a:t>.</a:t>
            </a:r>
          </a:p>
        </p:txBody>
      </p:sp>
      <p:pic>
        <p:nvPicPr>
          <p:cNvPr id="5" name="Content Placeholder 4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F41A45D5-4CC0-E428-9E4E-E605750D5F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62692"/>
            <a:ext cx="5097282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040328-6C0C-787E-E02B-88FFE3EF4A61}"/>
              </a:ext>
            </a:extLst>
          </p:cNvPr>
          <p:cNvSpPr txBox="1"/>
          <p:nvPr/>
        </p:nvSpPr>
        <p:spPr>
          <a:xfrm>
            <a:off x="6417733" y="3638196"/>
            <a:ext cx="551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containsIgnoreCase</a:t>
            </a:r>
            <a:endParaRPr lang="en-US" dirty="0"/>
          </a:p>
          <a:p>
            <a:r>
              <a:rPr lang="en-US" dirty="0"/>
              <a:t>Ovo je </a:t>
            </a:r>
            <a:r>
              <a:rPr lang="en-US" dirty="0" err="1"/>
              <a:t>pomoćna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provjerava</a:t>
            </a:r>
            <a:r>
              <a:rPr lang="en-US" dirty="0"/>
              <a:t> da li se </a:t>
            </a:r>
            <a:r>
              <a:rPr lang="en-US" dirty="0" err="1"/>
              <a:t>jedan</a:t>
            </a:r>
            <a:r>
              <a:rPr lang="en-US" dirty="0"/>
              <a:t> string (needle) </a:t>
            </a:r>
            <a:r>
              <a:rPr lang="en-US" dirty="0" err="1"/>
              <a:t>nalazi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drugog</a:t>
            </a:r>
            <a:r>
              <a:rPr lang="en-US" dirty="0"/>
              <a:t> </a:t>
            </a:r>
            <a:r>
              <a:rPr lang="en-US" dirty="0" err="1"/>
              <a:t>stringa</a:t>
            </a:r>
            <a:r>
              <a:rPr lang="en-US" dirty="0"/>
              <a:t> (haystack), </a:t>
            </a:r>
            <a:r>
              <a:rPr lang="en-US" dirty="0" err="1"/>
              <a:t>ignorišući</a:t>
            </a:r>
            <a:r>
              <a:rPr lang="en-US" dirty="0"/>
              <a:t> </a:t>
            </a:r>
            <a:r>
              <a:rPr lang="en-US" dirty="0" err="1"/>
              <a:t>razliku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velikih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malih</a:t>
            </a:r>
            <a:r>
              <a:rPr lang="en-US" dirty="0"/>
              <a:t> </a:t>
            </a:r>
            <a:r>
              <a:rPr lang="en-US" dirty="0" err="1"/>
              <a:t>slova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6032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2DF44-57AA-2CA1-2001-23801C096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2267" y="674171"/>
            <a:ext cx="5647266" cy="5509655"/>
          </a:xfrm>
        </p:spPr>
        <p:txBody>
          <a:bodyPr>
            <a:normAutofit/>
          </a:bodyPr>
          <a:lstStyle/>
          <a:p>
            <a:r>
              <a:rPr lang="en-US" sz="1400" dirty="0" err="1"/>
              <a:t>findNodesByName</a:t>
            </a:r>
            <a:br>
              <a:rPr lang="en-US" sz="1400" dirty="0"/>
            </a:br>
            <a:r>
              <a:rPr lang="en-US" sz="1400" dirty="0"/>
              <a:t>Ova </a:t>
            </a:r>
            <a:r>
              <a:rPr lang="en-US" sz="1400" dirty="0" err="1"/>
              <a:t>funkcija</a:t>
            </a:r>
            <a:r>
              <a:rPr lang="en-US" sz="1400" dirty="0"/>
              <a:t> </a:t>
            </a:r>
            <a:r>
              <a:rPr lang="en-US" sz="1400" dirty="0" err="1"/>
              <a:t>služi</a:t>
            </a:r>
            <a:r>
              <a:rPr lang="en-US" sz="1400" dirty="0"/>
              <a:t> za </a:t>
            </a:r>
            <a:r>
              <a:rPr lang="en-US" sz="1400" dirty="0" err="1"/>
              <a:t>pretragu</a:t>
            </a:r>
            <a:r>
              <a:rPr lang="en-US" sz="1400" dirty="0"/>
              <a:t> </a:t>
            </a:r>
            <a:r>
              <a:rPr lang="en-US" sz="1400" dirty="0" err="1"/>
              <a:t>svih</a:t>
            </a:r>
            <a:r>
              <a:rPr lang="en-US" sz="1400" dirty="0"/>
              <a:t> </a:t>
            </a:r>
            <a:r>
              <a:rPr lang="en-US" sz="1400" dirty="0" err="1"/>
              <a:t>lokacija</a:t>
            </a:r>
            <a:r>
              <a:rPr lang="en-US" sz="1400" dirty="0"/>
              <a:t> (</a:t>
            </a:r>
            <a:r>
              <a:rPr lang="en-US" sz="1400" dirty="0" err="1"/>
              <a:t>čvorova</a:t>
            </a:r>
            <a:r>
              <a:rPr lang="en-US" sz="1400" dirty="0"/>
              <a:t>) u </a:t>
            </a:r>
            <a:r>
              <a:rPr lang="en-US" sz="1400" dirty="0" err="1"/>
              <a:t>grafu</a:t>
            </a:r>
            <a:r>
              <a:rPr lang="en-US" sz="1400" dirty="0"/>
              <a:t> </a:t>
            </a:r>
            <a:r>
              <a:rPr lang="en-US" sz="1400" dirty="0" err="1"/>
              <a:t>čije</a:t>
            </a:r>
            <a:r>
              <a:rPr lang="en-US" sz="1400" dirty="0"/>
              <a:t> </a:t>
            </a:r>
            <a:r>
              <a:rPr lang="en-US" sz="1400" dirty="0" err="1"/>
              <a:t>ime</a:t>
            </a:r>
            <a:r>
              <a:rPr lang="en-US" sz="1400" dirty="0"/>
              <a:t> </a:t>
            </a:r>
            <a:r>
              <a:rPr lang="en-US" sz="1400" dirty="0" err="1"/>
              <a:t>sadrži</a:t>
            </a:r>
            <a:r>
              <a:rPr lang="en-US" sz="1400" dirty="0"/>
              <a:t> </a:t>
            </a:r>
            <a:r>
              <a:rPr lang="en-US" sz="1400" dirty="0" err="1"/>
              <a:t>traženi</a:t>
            </a:r>
            <a:r>
              <a:rPr lang="en-US" sz="1400" dirty="0"/>
              <a:t> </a:t>
            </a:r>
            <a:r>
              <a:rPr lang="en-US" sz="1400" dirty="0" err="1"/>
              <a:t>pojam</a:t>
            </a:r>
            <a:r>
              <a:rPr lang="en-US" sz="1400" dirty="0"/>
              <a:t>.</a:t>
            </a: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r>
              <a:rPr lang="en-US" sz="1400" dirty="0" err="1"/>
              <a:t>Prvo</a:t>
            </a:r>
            <a:r>
              <a:rPr lang="en-US" sz="1400" dirty="0"/>
              <a:t> </a:t>
            </a:r>
            <a:r>
              <a:rPr lang="en-US" sz="1400" dirty="0" err="1"/>
              <a:t>prolazi</a:t>
            </a:r>
            <a:r>
              <a:rPr lang="en-US" sz="1400" dirty="0"/>
              <a:t> </a:t>
            </a:r>
            <a:r>
              <a:rPr lang="en-US" sz="1400" dirty="0" err="1"/>
              <a:t>kroz</a:t>
            </a:r>
            <a:r>
              <a:rPr lang="en-US" sz="1400" dirty="0"/>
              <a:t> </a:t>
            </a:r>
            <a:r>
              <a:rPr lang="en-US" sz="1400" dirty="0" err="1"/>
              <a:t>sve</a:t>
            </a:r>
            <a:r>
              <a:rPr lang="en-US" sz="1400" dirty="0"/>
              <a:t> </a:t>
            </a:r>
            <a:r>
              <a:rPr lang="en-US" sz="1400" dirty="0" err="1"/>
              <a:t>čvorove</a:t>
            </a:r>
            <a:r>
              <a:rPr lang="en-US" sz="1400" dirty="0"/>
              <a:t> u </a:t>
            </a:r>
            <a:r>
              <a:rPr lang="en-US" sz="1400" dirty="0" err="1"/>
              <a:t>grafu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broji</a:t>
            </a:r>
            <a:r>
              <a:rPr lang="en-US" sz="1400" dirty="0"/>
              <a:t> </a:t>
            </a:r>
            <a:r>
              <a:rPr lang="en-US" sz="1400" dirty="0" err="1"/>
              <a:t>koliko</a:t>
            </a:r>
            <a:r>
              <a:rPr lang="en-US" sz="1400" dirty="0"/>
              <a:t> </a:t>
            </a:r>
            <a:r>
              <a:rPr lang="en-US" sz="1400" dirty="0" err="1"/>
              <a:t>njih</a:t>
            </a:r>
            <a:r>
              <a:rPr lang="en-US" sz="1400" dirty="0"/>
              <a:t> </a:t>
            </a:r>
            <a:r>
              <a:rPr lang="en-US" sz="1400" dirty="0" err="1"/>
              <a:t>sadrži</a:t>
            </a:r>
            <a:r>
              <a:rPr lang="en-US" sz="1400" dirty="0"/>
              <a:t> </a:t>
            </a:r>
            <a:r>
              <a:rPr lang="en-US" sz="1400" dirty="0" err="1"/>
              <a:t>traženi</a:t>
            </a:r>
            <a:r>
              <a:rPr lang="en-US" sz="1400" dirty="0"/>
              <a:t> string (</a:t>
            </a:r>
            <a:r>
              <a:rPr lang="en-US" sz="1400" dirty="0" err="1"/>
              <a:t>koristeći</a:t>
            </a:r>
            <a:r>
              <a:rPr lang="en-US" sz="1400" dirty="0"/>
              <a:t> </a:t>
            </a:r>
            <a:r>
              <a:rPr lang="en-US" sz="1400" dirty="0" err="1"/>
              <a:t>containsIgnoreCase</a:t>
            </a:r>
            <a:r>
              <a:rPr lang="en-US" sz="1400" dirty="0"/>
              <a:t>).</a:t>
            </a:r>
            <a:br>
              <a:rPr lang="en-US" sz="1400" dirty="0"/>
            </a:br>
            <a:r>
              <a:rPr lang="en-US" sz="1400" dirty="0" err="1"/>
              <a:t>Alocira</a:t>
            </a:r>
            <a:r>
              <a:rPr lang="en-US" sz="1400" dirty="0"/>
              <a:t> </a:t>
            </a:r>
            <a:r>
              <a:rPr lang="en-US" sz="1400" dirty="0" err="1"/>
              <a:t>niz</a:t>
            </a:r>
            <a:r>
              <a:rPr lang="en-US" sz="1400" dirty="0"/>
              <a:t> </a:t>
            </a:r>
            <a:r>
              <a:rPr lang="en-US" sz="1400" dirty="0" err="1"/>
              <a:t>pokazivača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čvorove</a:t>
            </a:r>
            <a:r>
              <a:rPr lang="en-US" sz="1400" dirty="0"/>
              <a:t> (Node**) </a:t>
            </a:r>
            <a:r>
              <a:rPr lang="en-US" sz="1400" dirty="0" err="1"/>
              <a:t>tačne</a:t>
            </a:r>
            <a:r>
              <a:rPr lang="en-US" sz="1400" dirty="0"/>
              <a:t> </a:t>
            </a:r>
            <a:r>
              <a:rPr lang="en-US" sz="1400" dirty="0" err="1"/>
              <a:t>veličine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 err="1"/>
              <a:t>Ponovo</a:t>
            </a:r>
            <a:r>
              <a:rPr lang="en-US" sz="1400" dirty="0"/>
              <a:t> </a:t>
            </a:r>
            <a:r>
              <a:rPr lang="en-US" sz="1400" dirty="0" err="1"/>
              <a:t>prolazi</a:t>
            </a:r>
            <a:r>
              <a:rPr lang="en-US" sz="1400" dirty="0"/>
              <a:t> </a:t>
            </a:r>
            <a:r>
              <a:rPr lang="en-US" sz="1400" dirty="0" err="1"/>
              <a:t>kroz</a:t>
            </a:r>
            <a:r>
              <a:rPr lang="en-US" sz="1400" dirty="0"/>
              <a:t> </a:t>
            </a:r>
            <a:r>
              <a:rPr lang="en-US" sz="1400" dirty="0" err="1"/>
              <a:t>graf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puni</a:t>
            </a:r>
            <a:r>
              <a:rPr lang="en-US" sz="1400" dirty="0"/>
              <a:t> taj </a:t>
            </a:r>
            <a:r>
              <a:rPr lang="en-US" sz="1400" dirty="0" err="1"/>
              <a:t>niz</a:t>
            </a:r>
            <a:r>
              <a:rPr lang="en-US" sz="1400" dirty="0"/>
              <a:t> </a:t>
            </a:r>
            <a:r>
              <a:rPr lang="en-US" sz="1400" dirty="0" err="1"/>
              <a:t>čvorovima</a:t>
            </a:r>
            <a:r>
              <a:rPr lang="en-US" sz="1400" dirty="0"/>
              <a:t> koji </a:t>
            </a:r>
            <a:r>
              <a:rPr lang="en-US" sz="1400" dirty="0" err="1"/>
              <a:t>su</a:t>
            </a:r>
            <a:r>
              <a:rPr lang="en-US" sz="1400" dirty="0"/>
              <a:t> se </a:t>
            </a:r>
            <a:r>
              <a:rPr lang="en-US" sz="1400" dirty="0" err="1"/>
              <a:t>poklopili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 err="1"/>
              <a:t>Namjena</a:t>
            </a:r>
            <a:r>
              <a:rPr lang="en-US" sz="1400" dirty="0"/>
              <a:t>: Kada </a:t>
            </a:r>
            <a:r>
              <a:rPr lang="en-US" sz="1400" dirty="0" err="1"/>
              <a:t>korisnik</a:t>
            </a:r>
            <a:r>
              <a:rPr lang="en-US" sz="1400" dirty="0"/>
              <a:t> </a:t>
            </a:r>
            <a:r>
              <a:rPr lang="en-US" sz="1400" dirty="0" err="1"/>
              <a:t>upiše</a:t>
            </a:r>
            <a:r>
              <a:rPr lang="en-US" sz="1400" dirty="0"/>
              <a:t> </a:t>
            </a:r>
            <a:r>
              <a:rPr lang="en-US" sz="1400" dirty="0" err="1"/>
              <a:t>dio</a:t>
            </a:r>
            <a:r>
              <a:rPr lang="en-US" sz="1400" dirty="0"/>
              <a:t> </a:t>
            </a:r>
            <a:r>
              <a:rPr lang="en-US" sz="1400" dirty="0" err="1"/>
              <a:t>imena</a:t>
            </a:r>
            <a:r>
              <a:rPr lang="en-US" sz="1400" dirty="0"/>
              <a:t> </a:t>
            </a:r>
            <a:r>
              <a:rPr lang="en-US" sz="1400" dirty="0" err="1"/>
              <a:t>ulice</a:t>
            </a:r>
            <a:r>
              <a:rPr lang="en-US" sz="1400" dirty="0"/>
              <a:t> </a:t>
            </a:r>
            <a:r>
              <a:rPr lang="en-US" sz="1400" dirty="0" err="1"/>
              <a:t>ili</a:t>
            </a:r>
            <a:r>
              <a:rPr lang="en-US" sz="1400" dirty="0"/>
              <a:t> </a:t>
            </a:r>
            <a:r>
              <a:rPr lang="en-US" sz="1400" dirty="0" err="1"/>
              <a:t>mjesta</a:t>
            </a:r>
            <a:r>
              <a:rPr lang="en-US" sz="1400" dirty="0"/>
              <a:t>, ova </a:t>
            </a:r>
            <a:r>
              <a:rPr lang="en-US" sz="1400" dirty="0" err="1"/>
              <a:t>funkcija</a:t>
            </a:r>
            <a:r>
              <a:rPr lang="en-US" sz="1400" dirty="0"/>
              <a:t> mu </a:t>
            </a:r>
            <a:r>
              <a:rPr lang="en-US" sz="1400" dirty="0" err="1"/>
              <a:t>vraća</a:t>
            </a:r>
            <a:r>
              <a:rPr lang="en-US" sz="1400" dirty="0"/>
              <a:t> </a:t>
            </a:r>
            <a:r>
              <a:rPr lang="en-US" sz="1400" dirty="0" err="1"/>
              <a:t>listu</a:t>
            </a:r>
            <a:r>
              <a:rPr lang="en-US" sz="1400" dirty="0"/>
              <a:t> </a:t>
            </a:r>
            <a:r>
              <a:rPr lang="en-US" sz="1400" dirty="0" err="1"/>
              <a:t>mogućih</a:t>
            </a:r>
            <a:r>
              <a:rPr lang="en-US" sz="1400" dirty="0"/>
              <a:t> </a:t>
            </a:r>
            <a:r>
              <a:rPr lang="en-US" sz="1400" dirty="0" err="1"/>
              <a:t>pogodaka</a:t>
            </a:r>
            <a:r>
              <a:rPr lang="en-US" sz="1400" dirty="0"/>
              <a:t>.</a:t>
            </a:r>
          </a:p>
        </p:txBody>
      </p:sp>
      <p:pic>
        <p:nvPicPr>
          <p:cNvPr id="5" name="Content Placeholder 4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7323F111-A95E-6397-712B-526704DAAC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187" y="674172"/>
            <a:ext cx="5428813" cy="550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26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350B-3DF7-C9E1-25AA-316DC1C5B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8957733" y="861217"/>
            <a:ext cx="2827618" cy="5135563"/>
          </a:xfrm>
        </p:spPr>
        <p:txBody>
          <a:bodyPr>
            <a:normAutofit/>
          </a:bodyPr>
          <a:lstStyle/>
          <a:p>
            <a:r>
              <a:rPr lang="en-US" sz="1400" dirty="0" err="1"/>
              <a:t>getNearestNode</a:t>
            </a:r>
            <a:br>
              <a:rPr lang="en-US" sz="1400" dirty="0"/>
            </a:br>
            <a:r>
              <a:rPr lang="en-US" sz="1400" dirty="0" err="1"/>
              <a:t>Pronalazi</a:t>
            </a:r>
            <a:r>
              <a:rPr lang="en-US" sz="1400" dirty="0"/>
              <a:t> </a:t>
            </a:r>
            <a:r>
              <a:rPr lang="en-US" sz="1400" dirty="0" err="1"/>
              <a:t>čvor</a:t>
            </a:r>
            <a:r>
              <a:rPr lang="en-US" sz="1400" dirty="0"/>
              <a:t> u </a:t>
            </a:r>
            <a:r>
              <a:rPr lang="en-US" sz="1400" dirty="0" err="1"/>
              <a:t>grafu</a:t>
            </a:r>
            <a:r>
              <a:rPr lang="en-US" sz="1400" dirty="0"/>
              <a:t> koji je </a:t>
            </a:r>
            <a:r>
              <a:rPr lang="en-US" sz="1400" dirty="0" err="1"/>
              <a:t>geografski</a:t>
            </a:r>
            <a:r>
              <a:rPr lang="en-US" sz="1400" dirty="0"/>
              <a:t> </a:t>
            </a:r>
            <a:r>
              <a:rPr lang="en-US" sz="1400" dirty="0" err="1"/>
              <a:t>najbliži</a:t>
            </a:r>
            <a:r>
              <a:rPr lang="en-US" sz="1400" dirty="0"/>
              <a:t> </a:t>
            </a:r>
            <a:r>
              <a:rPr lang="en-US" sz="1400" dirty="0" err="1"/>
              <a:t>zadatim</a:t>
            </a:r>
            <a:r>
              <a:rPr lang="en-US" sz="1400" dirty="0"/>
              <a:t> </a:t>
            </a:r>
            <a:r>
              <a:rPr lang="en-US" sz="1400" dirty="0" err="1"/>
              <a:t>koordinatama</a:t>
            </a:r>
            <a:r>
              <a:rPr lang="en-US" sz="1400" dirty="0"/>
              <a:t> (</a:t>
            </a:r>
            <a:r>
              <a:rPr lang="en-US" sz="1400" dirty="0" err="1"/>
              <a:t>lat</a:t>
            </a:r>
            <a:r>
              <a:rPr lang="en-US" sz="1400" dirty="0"/>
              <a:t>, </a:t>
            </a:r>
            <a:r>
              <a:rPr lang="en-US" sz="1400" dirty="0" err="1"/>
              <a:t>lon</a:t>
            </a:r>
            <a:r>
              <a:rPr lang="en-US" sz="1400" dirty="0"/>
              <a:t>), a koji je </a:t>
            </a:r>
            <a:r>
              <a:rPr lang="en-US" sz="1400" dirty="0" err="1"/>
              <a:t>dio</a:t>
            </a:r>
            <a:r>
              <a:rPr lang="en-US" sz="1400" dirty="0"/>
              <a:t> </a:t>
            </a:r>
            <a:r>
              <a:rPr lang="en-US" sz="1400" dirty="0" err="1"/>
              <a:t>putne</a:t>
            </a:r>
            <a:r>
              <a:rPr lang="en-US" sz="1400" dirty="0"/>
              <a:t> </a:t>
            </a:r>
            <a:r>
              <a:rPr lang="en-US" sz="1400" dirty="0" err="1"/>
              <a:t>mreže</a:t>
            </a:r>
            <a:r>
              <a:rPr lang="en-US" sz="1400" dirty="0"/>
              <a:t> 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 err="1"/>
              <a:t>Iako</a:t>
            </a:r>
            <a:r>
              <a:rPr lang="en-US" sz="1400" dirty="0"/>
              <a:t> </a:t>
            </a:r>
            <a:r>
              <a:rPr lang="en-US" sz="1400" dirty="0" err="1"/>
              <a:t>Zemlja</a:t>
            </a:r>
            <a:r>
              <a:rPr lang="en-US" sz="1400" dirty="0"/>
              <a:t> </a:t>
            </a:r>
            <a:r>
              <a:rPr lang="en-US" sz="1400" dirty="0" err="1"/>
              <a:t>nije</a:t>
            </a:r>
            <a:r>
              <a:rPr lang="en-US" sz="1400" dirty="0"/>
              <a:t> </a:t>
            </a:r>
            <a:r>
              <a:rPr lang="en-US" sz="1400" dirty="0" err="1"/>
              <a:t>ravna</a:t>
            </a:r>
            <a:r>
              <a:rPr lang="en-US" sz="1400" dirty="0"/>
              <a:t>,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malim</a:t>
            </a:r>
            <a:r>
              <a:rPr lang="en-US" sz="1400" dirty="0"/>
              <a:t> </a:t>
            </a:r>
            <a:r>
              <a:rPr lang="en-US" sz="1400" dirty="0" err="1"/>
              <a:t>udaljenostima</a:t>
            </a:r>
            <a:r>
              <a:rPr lang="en-US" sz="1400" dirty="0"/>
              <a:t> u </a:t>
            </a:r>
            <a:r>
              <a:rPr lang="en-US" sz="1400" dirty="0" err="1"/>
              <a:t>gradu</a:t>
            </a:r>
            <a:r>
              <a:rPr lang="en-US" sz="1400" dirty="0"/>
              <a:t>, </a:t>
            </a:r>
            <a:r>
              <a:rPr lang="en-US" sz="1400" dirty="0" err="1"/>
              <a:t>najkraća</a:t>
            </a:r>
            <a:r>
              <a:rPr lang="en-US" sz="1400" dirty="0"/>
              <a:t> </a:t>
            </a:r>
            <a:r>
              <a:rPr lang="en-US" sz="1400" dirty="0" err="1"/>
              <a:t>dijagonala</a:t>
            </a:r>
            <a:r>
              <a:rPr lang="en-US" sz="1400" dirty="0"/>
              <a:t> u </a:t>
            </a:r>
            <a:r>
              <a:rPr lang="en-US" sz="1400" dirty="0" err="1"/>
              <a:t>lat</a:t>
            </a:r>
            <a:r>
              <a:rPr lang="en-US" sz="1400" dirty="0"/>
              <a:t>/</a:t>
            </a:r>
            <a:r>
              <a:rPr lang="en-US" sz="1400" dirty="0" err="1"/>
              <a:t>lon</a:t>
            </a:r>
            <a:r>
              <a:rPr lang="en-US" sz="1400" dirty="0"/>
              <a:t> </a:t>
            </a:r>
            <a:r>
              <a:rPr lang="en-US" sz="1400" dirty="0" err="1"/>
              <a:t>koordinatama</a:t>
            </a:r>
            <a:r>
              <a:rPr lang="en-US" sz="1400" dirty="0"/>
              <a:t> </a:t>
            </a:r>
            <a:r>
              <a:rPr lang="en-US" sz="1400" dirty="0" err="1"/>
              <a:t>će</a:t>
            </a:r>
            <a:r>
              <a:rPr lang="en-US" sz="1400" dirty="0"/>
              <a:t> </a:t>
            </a:r>
            <a:r>
              <a:rPr lang="en-US" sz="1400" dirty="0" err="1"/>
              <a:t>skoro</a:t>
            </a:r>
            <a:r>
              <a:rPr lang="en-US" sz="1400" dirty="0"/>
              <a:t> </a:t>
            </a:r>
            <a:r>
              <a:rPr lang="en-US" sz="1400" dirty="0" err="1"/>
              <a:t>uvijek</a:t>
            </a:r>
            <a:r>
              <a:rPr lang="en-US" sz="1400" dirty="0"/>
              <a:t> </a:t>
            </a:r>
            <a:r>
              <a:rPr lang="en-US" sz="1400" dirty="0" err="1"/>
              <a:t>ukazati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isti</a:t>
            </a:r>
            <a:r>
              <a:rPr lang="en-US" sz="1400" dirty="0"/>
              <a:t> </a:t>
            </a:r>
            <a:r>
              <a:rPr lang="en-US" sz="1400" dirty="0" err="1"/>
              <a:t>čvor</a:t>
            </a:r>
            <a:r>
              <a:rPr lang="en-US" sz="1400" dirty="0"/>
              <a:t> </a:t>
            </a:r>
            <a:r>
              <a:rPr lang="en-US" sz="1400" dirty="0" err="1"/>
              <a:t>kao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složenija</a:t>
            </a:r>
            <a:r>
              <a:rPr lang="en-US" sz="1400" dirty="0"/>
              <a:t> Haversine formula, </a:t>
            </a:r>
            <a:r>
              <a:rPr lang="en-US" sz="1400" dirty="0" err="1"/>
              <a:t>ali</a:t>
            </a:r>
            <a:r>
              <a:rPr lang="en-US" sz="1400" dirty="0"/>
              <a:t> se </a:t>
            </a:r>
            <a:r>
              <a:rPr lang="en-US" sz="1400" dirty="0" err="1"/>
              <a:t>računa</a:t>
            </a:r>
            <a:r>
              <a:rPr lang="en-US" sz="1400" dirty="0"/>
              <a:t> </a:t>
            </a:r>
            <a:r>
              <a:rPr lang="en-US" sz="1400" dirty="0" err="1"/>
              <a:t>mnogo</a:t>
            </a:r>
            <a:r>
              <a:rPr lang="en-US" sz="1400" dirty="0"/>
              <a:t> </a:t>
            </a:r>
            <a:r>
              <a:rPr lang="en-US" sz="1400" dirty="0" err="1"/>
              <a:t>brže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 err="1"/>
              <a:t>Namjena</a:t>
            </a:r>
            <a:r>
              <a:rPr lang="en-US" sz="1400" dirty="0"/>
              <a:t>: Ako </a:t>
            </a:r>
            <a:r>
              <a:rPr lang="en-US" sz="1400" dirty="0" err="1"/>
              <a:t>korisnik</a:t>
            </a:r>
            <a:r>
              <a:rPr lang="en-US" sz="1400" dirty="0"/>
              <a:t> </a:t>
            </a:r>
            <a:r>
              <a:rPr lang="en-US" sz="1400" dirty="0" err="1"/>
              <a:t>klikne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mapu</a:t>
            </a:r>
            <a:r>
              <a:rPr lang="en-US" sz="1400" dirty="0"/>
              <a:t> </a:t>
            </a:r>
            <a:r>
              <a:rPr lang="en-US" sz="1400" dirty="0" err="1"/>
              <a:t>ili</a:t>
            </a:r>
            <a:r>
              <a:rPr lang="en-US" sz="1400" dirty="0"/>
              <a:t> </a:t>
            </a:r>
            <a:r>
              <a:rPr lang="en-US" sz="1400" dirty="0" err="1"/>
              <a:t>unese</a:t>
            </a:r>
            <a:r>
              <a:rPr lang="en-US" sz="1400" dirty="0"/>
              <a:t> </a:t>
            </a:r>
            <a:r>
              <a:rPr lang="en-US" sz="1400" dirty="0" err="1"/>
              <a:t>koordinate</a:t>
            </a:r>
            <a:r>
              <a:rPr lang="en-US" sz="1400" dirty="0"/>
              <a:t> </a:t>
            </a:r>
            <a:r>
              <a:rPr lang="en-US" sz="1400" dirty="0" err="1"/>
              <a:t>koje</a:t>
            </a:r>
            <a:r>
              <a:rPr lang="en-US" sz="1400" dirty="0"/>
              <a:t> </a:t>
            </a:r>
            <a:r>
              <a:rPr lang="en-US" sz="1400" dirty="0" err="1"/>
              <a:t>nisu</a:t>
            </a:r>
            <a:r>
              <a:rPr lang="en-US" sz="1400" dirty="0"/>
              <a:t> "</a:t>
            </a:r>
            <a:r>
              <a:rPr lang="en-US" sz="1400" dirty="0" err="1"/>
              <a:t>pogodile</a:t>
            </a:r>
            <a:r>
              <a:rPr lang="en-US" sz="1400" dirty="0"/>
              <a:t>" </a:t>
            </a:r>
            <a:r>
              <a:rPr lang="en-US" sz="1400" dirty="0" err="1"/>
              <a:t>tačno</a:t>
            </a:r>
            <a:r>
              <a:rPr lang="en-US" sz="1400" dirty="0"/>
              <a:t> u </a:t>
            </a:r>
            <a:r>
              <a:rPr lang="en-US" sz="1400" dirty="0" err="1"/>
              <a:t>čvor</a:t>
            </a:r>
            <a:r>
              <a:rPr lang="en-US" sz="1400" dirty="0"/>
              <a:t> (</a:t>
            </a:r>
            <a:r>
              <a:rPr lang="en-US" sz="1400" dirty="0" err="1"/>
              <a:t>raskrsnicu</a:t>
            </a:r>
            <a:r>
              <a:rPr lang="en-US" sz="1400" dirty="0"/>
              <a:t>), ova </a:t>
            </a:r>
            <a:r>
              <a:rPr lang="en-US" sz="1400" dirty="0" err="1"/>
              <a:t>funkcija</a:t>
            </a:r>
            <a:r>
              <a:rPr lang="en-US" sz="1400" dirty="0"/>
              <a:t> ga "</a:t>
            </a:r>
            <a:r>
              <a:rPr lang="en-US" sz="1400" dirty="0" err="1"/>
              <a:t>zakači</a:t>
            </a:r>
            <a:r>
              <a:rPr lang="en-US" sz="1400" dirty="0"/>
              <a:t>"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najbližu</a:t>
            </a:r>
            <a:r>
              <a:rPr lang="en-US" sz="1400" dirty="0"/>
              <a:t> </a:t>
            </a:r>
            <a:r>
              <a:rPr lang="en-US" sz="1400" dirty="0" err="1"/>
              <a:t>važeću</a:t>
            </a:r>
            <a:r>
              <a:rPr lang="en-US" sz="1400" dirty="0"/>
              <a:t> </a:t>
            </a:r>
            <a:r>
              <a:rPr lang="en-US" sz="1400" dirty="0" err="1"/>
              <a:t>raskrsnicu</a:t>
            </a:r>
            <a:r>
              <a:rPr lang="en-US" sz="1400" dirty="0"/>
              <a:t> </a:t>
            </a:r>
            <a:r>
              <a:rPr lang="en-US" sz="1400" dirty="0" err="1"/>
              <a:t>kako</a:t>
            </a:r>
            <a:r>
              <a:rPr lang="en-US" sz="1400" dirty="0"/>
              <a:t> bi Dijkstra </a:t>
            </a:r>
            <a:r>
              <a:rPr lang="en-US" sz="1400" dirty="0" err="1"/>
              <a:t>mogla</a:t>
            </a:r>
            <a:r>
              <a:rPr lang="en-US" sz="1400" dirty="0"/>
              <a:t> </a:t>
            </a:r>
            <a:r>
              <a:rPr lang="en-US" sz="1400" dirty="0" err="1"/>
              <a:t>početi</a:t>
            </a:r>
            <a:r>
              <a:rPr lang="en-US" sz="1400" dirty="0"/>
              <a:t> </a:t>
            </a:r>
            <a:r>
              <a:rPr lang="en-US" sz="1400" dirty="0" err="1"/>
              <a:t>računanje</a:t>
            </a:r>
            <a:r>
              <a:rPr lang="en-US" sz="1400" dirty="0"/>
              <a:t> puta.</a:t>
            </a:r>
          </a:p>
        </p:txBody>
      </p:sp>
      <p:pic>
        <p:nvPicPr>
          <p:cNvPr id="5" name="Content Placeholder 4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BC947537-7EAA-30E6-A59D-B3C266D6D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648" y="861218"/>
            <a:ext cx="8093807" cy="513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437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B7BF2-EF1A-1722-54B9-01D38A970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2342"/>
          </a:xfrm>
        </p:spPr>
        <p:txBody>
          <a:bodyPr>
            <a:normAutofit/>
          </a:bodyPr>
          <a:lstStyle/>
          <a:p>
            <a:r>
              <a:rPr lang="en-US" sz="1400" dirty="0"/>
              <a:t>Folder </a:t>
            </a:r>
            <a:r>
              <a:rPr lang="en-US" sz="1400" b="1" dirty="0"/>
              <a:t>service</a:t>
            </a:r>
            <a:r>
              <a:rPr lang="en-US" sz="1400" dirty="0"/>
              <a:t> </a:t>
            </a:r>
            <a:r>
              <a:rPr lang="en-US" sz="1400" dirty="0" err="1"/>
              <a:t>podijeljen</a:t>
            </a:r>
            <a:r>
              <a:rPr lang="en-US" sz="1400" dirty="0"/>
              <a:t> u </a:t>
            </a:r>
            <a:r>
              <a:rPr lang="en-US" sz="1400" dirty="0" err="1"/>
              <a:t>dvije</a:t>
            </a:r>
            <a:r>
              <a:rPr lang="en-US" sz="1400" dirty="0"/>
              <a:t> </a:t>
            </a:r>
            <a:r>
              <a:rPr lang="en-US" sz="1400" dirty="0" err="1"/>
              <a:t>glavne</a:t>
            </a:r>
            <a:r>
              <a:rPr lang="en-US" sz="1400" dirty="0"/>
              <a:t> </a:t>
            </a:r>
            <a:r>
              <a:rPr lang="en-US" sz="1400" dirty="0" err="1"/>
              <a:t>cjeline</a:t>
            </a:r>
            <a:r>
              <a:rPr lang="en-US" sz="1400" dirty="0"/>
              <a:t>: parser (</a:t>
            </a:r>
            <a:r>
              <a:rPr lang="en-US" sz="1400" dirty="0" err="1"/>
              <a:t>učitanje</a:t>
            </a:r>
            <a:r>
              <a:rPr lang="en-US" sz="1400" dirty="0"/>
              <a:t> </a:t>
            </a:r>
            <a:r>
              <a:rPr lang="en-US" sz="1400" dirty="0" err="1"/>
              <a:t>mape</a:t>
            </a:r>
            <a:r>
              <a:rPr lang="en-US" sz="1400" dirty="0"/>
              <a:t>) </a:t>
            </a:r>
            <a:r>
              <a:rPr lang="en-US" sz="1400" dirty="0" err="1"/>
              <a:t>i</a:t>
            </a:r>
            <a:r>
              <a:rPr lang="en-US" sz="1400" dirty="0"/>
              <a:t> pathfinder (</a:t>
            </a:r>
            <a:r>
              <a:rPr lang="en-US" sz="1400" dirty="0" err="1"/>
              <a:t>pronalaženje</a:t>
            </a:r>
            <a:r>
              <a:rPr lang="en-US" sz="1400" dirty="0"/>
              <a:t> puta).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F49AE-843D-A4CC-7BE0-8CCDBD50C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7468"/>
            <a:ext cx="10515600" cy="5279495"/>
          </a:xfrm>
        </p:spPr>
        <p:txBody>
          <a:bodyPr>
            <a:normAutofit/>
          </a:bodyPr>
          <a:lstStyle/>
          <a:p>
            <a:r>
              <a:rPr lang="en-US" sz="1400" dirty="0"/>
              <a:t>1. Parser (</a:t>
            </a:r>
            <a:r>
              <a:rPr lang="en-US" sz="1400" dirty="0" err="1"/>
              <a:t>parser.c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parser.h</a:t>
            </a:r>
            <a:r>
              <a:rPr lang="en-US" sz="1400" dirty="0"/>
              <a:t>)</a:t>
            </a:r>
          </a:p>
          <a:p>
            <a:r>
              <a:rPr lang="en-US" sz="1400" dirty="0" err="1"/>
              <a:t>Ovaj</a:t>
            </a:r>
            <a:r>
              <a:rPr lang="en-US" sz="1400" dirty="0"/>
              <a:t> </a:t>
            </a:r>
            <a:r>
              <a:rPr lang="en-US" sz="1400" dirty="0" err="1"/>
              <a:t>dio</a:t>
            </a:r>
            <a:r>
              <a:rPr lang="en-US" sz="1400" dirty="0"/>
              <a:t> </a:t>
            </a:r>
            <a:r>
              <a:rPr lang="en-US" sz="1400" dirty="0" err="1"/>
              <a:t>servisa</a:t>
            </a:r>
            <a:r>
              <a:rPr lang="en-US" sz="1400" dirty="0"/>
              <a:t> je </a:t>
            </a:r>
            <a:r>
              <a:rPr lang="en-US" sz="1400" dirty="0" err="1"/>
              <a:t>zadužen</a:t>
            </a:r>
            <a:r>
              <a:rPr lang="en-US" sz="1400" dirty="0"/>
              <a:t> za </a:t>
            </a:r>
            <a:r>
              <a:rPr lang="en-US" sz="1400" dirty="0" err="1"/>
              <a:t>pretvaranje</a:t>
            </a:r>
            <a:r>
              <a:rPr lang="en-US" sz="1400" dirty="0"/>
              <a:t> </a:t>
            </a:r>
            <a:r>
              <a:rPr lang="en-US" sz="1400" dirty="0" err="1"/>
              <a:t>sirovih</a:t>
            </a:r>
            <a:r>
              <a:rPr lang="en-US" sz="1400" dirty="0"/>
              <a:t> XML </a:t>
            </a:r>
            <a:r>
              <a:rPr lang="en-US" sz="1400" dirty="0" err="1"/>
              <a:t>podataka</a:t>
            </a:r>
            <a:r>
              <a:rPr lang="en-US" sz="1400" dirty="0"/>
              <a:t> </a:t>
            </a:r>
            <a:r>
              <a:rPr lang="en-US" sz="1400" dirty="0" err="1"/>
              <a:t>iz</a:t>
            </a:r>
            <a:r>
              <a:rPr lang="en-US" sz="1400" dirty="0"/>
              <a:t> .</a:t>
            </a:r>
            <a:r>
              <a:rPr lang="en-US" sz="1400" dirty="0" err="1"/>
              <a:t>osm</a:t>
            </a:r>
            <a:r>
              <a:rPr lang="en-US" sz="1400" dirty="0"/>
              <a:t> </a:t>
            </a:r>
            <a:r>
              <a:rPr lang="en-US" sz="1400" dirty="0" err="1"/>
              <a:t>datoteke</a:t>
            </a:r>
            <a:r>
              <a:rPr lang="en-US" sz="1400" dirty="0"/>
              <a:t> u </a:t>
            </a:r>
            <a:r>
              <a:rPr lang="en-US" sz="1400" dirty="0" err="1"/>
              <a:t>strukturu</a:t>
            </a:r>
            <a:r>
              <a:rPr lang="en-US" sz="1400" dirty="0"/>
              <a:t> </a:t>
            </a:r>
            <a:r>
              <a:rPr lang="en-US" sz="1400" dirty="0" err="1"/>
              <a:t>grafa</a:t>
            </a:r>
            <a:r>
              <a:rPr lang="en-US" sz="1400" dirty="0"/>
              <a:t> </a:t>
            </a:r>
            <a:r>
              <a:rPr lang="en-US" sz="1400" dirty="0" err="1"/>
              <a:t>koju</a:t>
            </a:r>
            <a:r>
              <a:rPr lang="en-US" sz="1400" dirty="0"/>
              <a:t> program </a:t>
            </a:r>
            <a:r>
              <a:rPr lang="en-US" sz="1400" dirty="0" err="1"/>
              <a:t>razumije</a:t>
            </a:r>
            <a:r>
              <a:rPr lang="en-US" sz="1400" dirty="0"/>
              <a:t>. </a:t>
            </a:r>
          </a:p>
          <a:p>
            <a:r>
              <a:rPr lang="en-US" sz="1400" dirty="0" err="1"/>
              <a:t>parseMap</a:t>
            </a:r>
            <a:r>
              <a:rPr lang="en-US" sz="1400" dirty="0"/>
              <a:t>: </a:t>
            </a:r>
            <a:r>
              <a:rPr lang="en-US" sz="1400" dirty="0" err="1"/>
              <a:t>Glavna</a:t>
            </a:r>
            <a:r>
              <a:rPr lang="en-US" sz="1400" dirty="0"/>
              <a:t> </a:t>
            </a:r>
            <a:r>
              <a:rPr lang="en-US" sz="1400" dirty="0" err="1"/>
              <a:t>funkcija</a:t>
            </a:r>
            <a:r>
              <a:rPr lang="en-US" sz="1400" dirty="0"/>
              <a:t> </a:t>
            </a:r>
            <a:r>
              <a:rPr lang="en-US" sz="1400" dirty="0" err="1"/>
              <a:t>koja</a:t>
            </a:r>
            <a:r>
              <a:rPr lang="en-US" sz="1400" dirty="0"/>
              <a:t> </a:t>
            </a:r>
            <a:r>
              <a:rPr lang="en-US" sz="1400" dirty="0" err="1"/>
              <a:t>otvara</a:t>
            </a:r>
            <a:r>
              <a:rPr lang="en-US" sz="1400" dirty="0"/>
              <a:t> </a:t>
            </a:r>
            <a:r>
              <a:rPr lang="en-US" sz="1400" dirty="0" err="1"/>
              <a:t>mapu</a:t>
            </a:r>
            <a:r>
              <a:rPr lang="en-US" sz="1400" dirty="0"/>
              <a:t> (</a:t>
            </a:r>
            <a:r>
              <a:rPr lang="en-US" sz="1400" dirty="0" err="1"/>
              <a:t>npr</a:t>
            </a:r>
            <a:r>
              <a:rPr lang="en-US" sz="1400" dirty="0"/>
              <a:t>. </a:t>
            </a:r>
            <a:r>
              <a:rPr lang="en-US" sz="1400" dirty="0" err="1"/>
              <a:t>map.osm</a:t>
            </a:r>
            <a:r>
              <a:rPr lang="en-US" sz="1400" dirty="0"/>
              <a:t>), </a:t>
            </a:r>
            <a:r>
              <a:rPr lang="en-US" sz="1400" dirty="0" err="1"/>
              <a:t>prolazi</a:t>
            </a:r>
            <a:r>
              <a:rPr lang="en-US" sz="1400" dirty="0"/>
              <a:t> </a:t>
            </a:r>
            <a:r>
              <a:rPr lang="en-US" sz="1400" dirty="0" err="1"/>
              <a:t>kroz</a:t>
            </a:r>
            <a:r>
              <a:rPr lang="en-US" sz="1400" dirty="0"/>
              <a:t> </a:t>
            </a:r>
            <a:r>
              <a:rPr lang="en-US" sz="1400" dirty="0" err="1"/>
              <a:t>sve</a:t>
            </a:r>
            <a:r>
              <a:rPr lang="en-US" sz="1400" dirty="0"/>
              <a:t> </a:t>
            </a:r>
            <a:r>
              <a:rPr lang="en-US" sz="1400" dirty="0" err="1"/>
              <a:t>čvorove</a:t>
            </a:r>
            <a:r>
              <a:rPr lang="en-US" sz="1400" dirty="0"/>
              <a:t> (&lt;node&gt;)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puteve</a:t>
            </a:r>
            <a:r>
              <a:rPr lang="en-US" sz="1400" dirty="0"/>
              <a:t> (&lt;way&gt;), </a:t>
            </a:r>
            <a:r>
              <a:rPr lang="en-US" sz="1400" dirty="0" err="1"/>
              <a:t>te</a:t>
            </a:r>
            <a:r>
              <a:rPr lang="en-US" sz="1400" dirty="0"/>
              <a:t> </a:t>
            </a:r>
            <a:r>
              <a:rPr lang="en-US" sz="1400" dirty="0" err="1"/>
              <a:t>ih</a:t>
            </a:r>
            <a:r>
              <a:rPr lang="en-US" sz="1400" dirty="0"/>
              <a:t> </a:t>
            </a:r>
            <a:r>
              <a:rPr lang="en-US" sz="1400" dirty="0" err="1"/>
              <a:t>dodaje</a:t>
            </a:r>
            <a:r>
              <a:rPr lang="en-US" sz="1400" dirty="0"/>
              <a:t> u </a:t>
            </a:r>
            <a:r>
              <a:rPr lang="en-US" sz="1400" dirty="0" err="1"/>
              <a:t>graf</a:t>
            </a:r>
            <a:r>
              <a:rPr lang="en-US" sz="1400" dirty="0"/>
              <a:t>.</a:t>
            </a:r>
          </a:p>
          <a:p>
            <a:r>
              <a:rPr lang="en-US" sz="1400" dirty="0"/>
              <a:t>2. Pathfinder (</a:t>
            </a:r>
            <a:r>
              <a:rPr lang="en-US" sz="1400" dirty="0" err="1"/>
              <a:t>pathfinder.c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pathfinder.h</a:t>
            </a:r>
            <a:r>
              <a:rPr lang="en-US" sz="1400" dirty="0"/>
              <a:t>)</a:t>
            </a:r>
          </a:p>
          <a:p>
            <a:r>
              <a:rPr lang="en-US" sz="1400" dirty="0" err="1"/>
              <a:t>Ovdje</a:t>
            </a:r>
            <a:r>
              <a:rPr lang="en-US" sz="1400" dirty="0"/>
              <a:t> se </a:t>
            </a:r>
            <a:r>
              <a:rPr lang="en-US" sz="1400" dirty="0" err="1"/>
              <a:t>nalazi</a:t>
            </a:r>
            <a:r>
              <a:rPr lang="en-US" sz="1400" dirty="0"/>
              <a:t> "</a:t>
            </a:r>
            <a:r>
              <a:rPr lang="en-US" sz="1400" dirty="0" err="1"/>
              <a:t>mozak</a:t>
            </a:r>
            <a:r>
              <a:rPr lang="en-US" sz="1400" dirty="0"/>
              <a:t>" za </a:t>
            </a:r>
            <a:r>
              <a:rPr lang="en-US" sz="1400" dirty="0" err="1"/>
              <a:t>navigaciju</a:t>
            </a:r>
            <a:r>
              <a:rPr lang="en-US" sz="1400" dirty="0"/>
              <a:t>. U </a:t>
            </a:r>
            <a:r>
              <a:rPr lang="en-US" sz="1400" dirty="0" err="1"/>
              <a:t>ovim</a:t>
            </a:r>
            <a:r>
              <a:rPr lang="en-US" sz="1400" dirty="0"/>
              <a:t> </a:t>
            </a:r>
            <a:r>
              <a:rPr lang="en-US" sz="1400" dirty="0" err="1"/>
              <a:t>datotekama</a:t>
            </a:r>
            <a:r>
              <a:rPr lang="en-US" sz="1400" dirty="0"/>
              <a:t> je </a:t>
            </a:r>
            <a:r>
              <a:rPr lang="en-US" sz="1400" dirty="0" err="1"/>
              <a:t>implementiran</a:t>
            </a:r>
            <a:r>
              <a:rPr lang="en-US" sz="1400" dirty="0"/>
              <a:t> </a:t>
            </a:r>
            <a:r>
              <a:rPr lang="en-US" sz="1400" dirty="0" err="1"/>
              <a:t>algoritam</a:t>
            </a:r>
            <a:r>
              <a:rPr lang="en-US" sz="1400" dirty="0"/>
              <a:t> za </a:t>
            </a:r>
            <a:r>
              <a:rPr lang="en-US" sz="1400" dirty="0" err="1"/>
              <a:t>pronalaženje</a:t>
            </a:r>
            <a:r>
              <a:rPr lang="en-US" sz="1400" dirty="0"/>
              <a:t> </a:t>
            </a:r>
            <a:r>
              <a:rPr lang="en-US" sz="1400" dirty="0" err="1"/>
              <a:t>najkraćeg</a:t>
            </a:r>
            <a:r>
              <a:rPr lang="en-US" sz="1400" dirty="0"/>
              <a:t> puta.</a:t>
            </a:r>
          </a:p>
          <a:p>
            <a:r>
              <a:rPr lang="en-US" sz="1400" dirty="0" err="1"/>
              <a:t>Struktura</a:t>
            </a:r>
            <a:r>
              <a:rPr lang="en-US" sz="1400" dirty="0"/>
              <a:t>:</a:t>
            </a:r>
          </a:p>
          <a:p>
            <a:r>
              <a:rPr lang="en-US" sz="1400" dirty="0" err="1"/>
              <a:t>PathResult</a:t>
            </a:r>
            <a:r>
              <a:rPr lang="en-US" sz="1400" dirty="0"/>
              <a:t>: </a:t>
            </a:r>
            <a:r>
              <a:rPr lang="en-US" sz="1400" dirty="0" err="1"/>
              <a:t>Vraća</a:t>
            </a:r>
            <a:r>
              <a:rPr lang="en-US" sz="1400" dirty="0"/>
              <a:t> </a:t>
            </a:r>
            <a:r>
              <a:rPr lang="en-US" sz="1400" dirty="0" err="1"/>
              <a:t>rezultat</a:t>
            </a:r>
            <a:r>
              <a:rPr lang="en-US" sz="1400" dirty="0"/>
              <a:t> koji </a:t>
            </a:r>
            <a:r>
              <a:rPr lang="en-US" sz="1400" dirty="0" err="1"/>
              <a:t>sadrži</a:t>
            </a:r>
            <a:r>
              <a:rPr lang="en-US" sz="1400" dirty="0"/>
              <a:t> </a:t>
            </a:r>
            <a:r>
              <a:rPr lang="en-US" sz="1400" dirty="0" err="1"/>
              <a:t>ukupnu</a:t>
            </a:r>
            <a:r>
              <a:rPr lang="en-US" sz="1400" dirty="0"/>
              <a:t> </a:t>
            </a:r>
            <a:r>
              <a:rPr lang="en-US" sz="1400" dirty="0" err="1"/>
              <a:t>udaljenost</a:t>
            </a:r>
            <a:r>
              <a:rPr lang="en-US" sz="1400" dirty="0"/>
              <a:t> u </a:t>
            </a:r>
            <a:r>
              <a:rPr lang="en-US" sz="1400" dirty="0" err="1"/>
              <a:t>metrima</a:t>
            </a:r>
            <a:r>
              <a:rPr lang="en-US" sz="1400" dirty="0"/>
              <a:t>, </a:t>
            </a:r>
            <a:r>
              <a:rPr lang="en-US" sz="1400" dirty="0" err="1"/>
              <a:t>broj</a:t>
            </a:r>
            <a:r>
              <a:rPr lang="en-US" sz="1400" dirty="0"/>
              <a:t> </a:t>
            </a:r>
            <a:r>
              <a:rPr lang="en-US" sz="1400" dirty="0" err="1"/>
              <a:t>čvorova</a:t>
            </a:r>
            <a:r>
              <a:rPr lang="en-US" sz="1400" dirty="0"/>
              <a:t> u </a:t>
            </a:r>
            <a:r>
              <a:rPr lang="en-US" sz="1400" dirty="0" err="1"/>
              <a:t>putanji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niz</a:t>
            </a:r>
            <a:r>
              <a:rPr lang="en-US" sz="1400" dirty="0"/>
              <a:t> ID-</a:t>
            </a:r>
            <a:r>
              <a:rPr lang="en-US" sz="1400" dirty="0" err="1"/>
              <a:t>eva</a:t>
            </a:r>
            <a:r>
              <a:rPr lang="en-US" sz="1400" dirty="0"/>
              <a:t> </a:t>
            </a:r>
            <a:r>
              <a:rPr lang="en-US" sz="1400" dirty="0" err="1"/>
              <a:t>čvorova</a:t>
            </a:r>
            <a:r>
              <a:rPr lang="en-US" sz="1400" dirty="0"/>
              <a:t> koji </a:t>
            </a:r>
            <a:r>
              <a:rPr lang="en-US" sz="1400" dirty="0" err="1"/>
              <a:t>čine</a:t>
            </a:r>
            <a:r>
              <a:rPr lang="en-US" sz="1400" dirty="0"/>
              <a:t> </a:t>
            </a:r>
            <a:r>
              <a:rPr lang="en-US" sz="1400" dirty="0" err="1"/>
              <a:t>tu</a:t>
            </a:r>
            <a:r>
              <a:rPr lang="en-US" sz="1400" dirty="0"/>
              <a:t> </a:t>
            </a:r>
            <a:r>
              <a:rPr lang="en-US" sz="1400" dirty="0" err="1"/>
              <a:t>putanju</a:t>
            </a:r>
            <a:r>
              <a:rPr lang="en-US" sz="1400" dirty="0"/>
              <a:t>.</a:t>
            </a:r>
          </a:p>
          <a:p>
            <a:r>
              <a:rPr lang="en-US" sz="1400" dirty="0" err="1"/>
              <a:t>findShortestPath</a:t>
            </a:r>
            <a:r>
              <a:rPr lang="en-US" sz="1400" dirty="0"/>
              <a:t>: </a:t>
            </a:r>
            <a:r>
              <a:rPr lang="en-US" sz="1400" dirty="0" err="1"/>
              <a:t>Implementacija</a:t>
            </a:r>
            <a:r>
              <a:rPr lang="en-US" sz="1400" dirty="0"/>
              <a:t> </a:t>
            </a:r>
            <a:r>
              <a:rPr lang="en-US" sz="1400" dirty="0" err="1"/>
              <a:t>Dijkstrinog</a:t>
            </a:r>
            <a:r>
              <a:rPr lang="en-US" sz="1400" dirty="0"/>
              <a:t> </a:t>
            </a:r>
            <a:r>
              <a:rPr lang="en-US" sz="1400" dirty="0" err="1"/>
              <a:t>algoritma</a:t>
            </a:r>
            <a:r>
              <a:rPr lang="en-US" sz="1400" dirty="0"/>
              <a:t>. </a:t>
            </a:r>
            <a:r>
              <a:rPr lang="en-US" sz="1400" dirty="0" err="1"/>
              <a:t>Koristi</a:t>
            </a:r>
            <a:r>
              <a:rPr lang="en-US" sz="1400" dirty="0"/>
              <a:t> Min-Heap (</a:t>
            </a:r>
            <a:r>
              <a:rPr lang="en-US" sz="1400" dirty="0" err="1"/>
              <a:t>prioritetni</a:t>
            </a:r>
            <a:r>
              <a:rPr lang="en-US" sz="1400" dirty="0"/>
              <a:t> red) </a:t>
            </a:r>
            <a:r>
              <a:rPr lang="en-US" sz="1400" dirty="0" err="1"/>
              <a:t>radi</a:t>
            </a:r>
            <a:r>
              <a:rPr lang="en-US" sz="1400" dirty="0"/>
              <a:t> </a:t>
            </a:r>
            <a:r>
              <a:rPr lang="en-US" sz="1400" dirty="0" err="1"/>
              <a:t>maksimalne</a:t>
            </a:r>
            <a:r>
              <a:rPr lang="en-US" sz="1400" dirty="0"/>
              <a:t> </a:t>
            </a:r>
            <a:r>
              <a:rPr lang="en-US" sz="1400" dirty="0" err="1"/>
              <a:t>brzine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velikim</a:t>
            </a:r>
            <a:r>
              <a:rPr lang="en-US" sz="1400" dirty="0"/>
              <a:t> </a:t>
            </a:r>
            <a:r>
              <a:rPr lang="en-US" sz="1400" dirty="0" err="1"/>
              <a:t>mapama</a:t>
            </a:r>
            <a:r>
              <a:rPr lang="en-US" sz="1400" dirty="0"/>
              <a:t>. </a:t>
            </a:r>
            <a:r>
              <a:rPr lang="en-US" sz="1400" dirty="0" err="1"/>
              <a:t>Algoritam</a:t>
            </a:r>
            <a:r>
              <a:rPr lang="en-US" sz="1400" dirty="0"/>
              <a:t> </a:t>
            </a:r>
            <a:r>
              <a:rPr lang="en-US" sz="1400" dirty="0" err="1"/>
              <a:t>kreće</a:t>
            </a:r>
            <a:r>
              <a:rPr lang="en-US" sz="1400" dirty="0"/>
              <a:t> od </a:t>
            </a:r>
            <a:r>
              <a:rPr lang="en-US" sz="1400" dirty="0" err="1"/>
              <a:t>početnog</a:t>
            </a:r>
            <a:r>
              <a:rPr lang="en-US" sz="1400" dirty="0"/>
              <a:t> </a:t>
            </a:r>
            <a:r>
              <a:rPr lang="en-US" sz="1400" dirty="0" err="1"/>
              <a:t>čvora</a:t>
            </a:r>
            <a:r>
              <a:rPr lang="en-US" sz="1400" dirty="0"/>
              <a:t>, "</a:t>
            </a:r>
            <a:r>
              <a:rPr lang="en-US" sz="1400" dirty="0" err="1"/>
              <a:t>širi</a:t>
            </a:r>
            <a:r>
              <a:rPr lang="en-US" sz="1400" dirty="0"/>
              <a:t>" se </a:t>
            </a:r>
            <a:r>
              <a:rPr lang="en-US" sz="1400" dirty="0" err="1"/>
              <a:t>kroz</a:t>
            </a:r>
            <a:r>
              <a:rPr lang="en-US" sz="1400" dirty="0"/>
              <a:t> </a:t>
            </a:r>
            <a:r>
              <a:rPr lang="en-US" sz="1400" dirty="0" err="1"/>
              <a:t>graf</a:t>
            </a:r>
            <a:r>
              <a:rPr lang="en-US" sz="1400" dirty="0"/>
              <a:t> </a:t>
            </a:r>
            <a:r>
              <a:rPr lang="en-US" sz="1400" dirty="0" err="1"/>
              <a:t>ispitujući</a:t>
            </a:r>
            <a:r>
              <a:rPr lang="en-US" sz="1400" dirty="0"/>
              <a:t> </a:t>
            </a:r>
            <a:r>
              <a:rPr lang="en-US" sz="1400" dirty="0" err="1"/>
              <a:t>susjedne</a:t>
            </a:r>
            <a:r>
              <a:rPr lang="en-US" sz="1400" dirty="0"/>
              <a:t> </a:t>
            </a:r>
            <a:r>
              <a:rPr lang="en-US" sz="1400" dirty="0" err="1"/>
              <a:t>ulice</a:t>
            </a:r>
            <a:r>
              <a:rPr lang="en-US" sz="1400" dirty="0"/>
              <a:t>,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staje</a:t>
            </a:r>
            <a:r>
              <a:rPr lang="en-US" sz="1400" dirty="0"/>
              <a:t> </a:t>
            </a:r>
            <a:r>
              <a:rPr lang="en-US" sz="1400" dirty="0" err="1"/>
              <a:t>kada</a:t>
            </a:r>
            <a:r>
              <a:rPr lang="en-US" sz="1400" dirty="0"/>
              <a:t> </a:t>
            </a:r>
            <a:r>
              <a:rPr lang="en-US" sz="1400" dirty="0" err="1"/>
              <a:t>dođe</a:t>
            </a:r>
            <a:r>
              <a:rPr lang="en-US" sz="1400" dirty="0"/>
              <a:t> do </a:t>
            </a:r>
            <a:r>
              <a:rPr lang="en-US" sz="1400" dirty="0" err="1"/>
              <a:t>ciljanog</a:t>
            </a:r>
            <a:r>
              <a:rPr lang="en-US" sz="1400" dirty="0"/>
              <a:t> </a:t>
            </a:r>
            <a:r>
              <a:rPr lang="en-US" sz="1400" dirty="0" err="1"/>
              <a:t>čvora</a:t>
            </a:r>
            <a:r>
              <a:rPr lang="en-US" sz="1400" dirty="0"/>
              <a:t>. Na </a:t>
            </a:r>
            <a:r>
              <a:rPr lang="en-US" sz="1400" dirty="0" err="1"/>
              <a:t>kraju</a:t>
            </a:r>
            <a:r>
              <a:rPr lang="en-US" sz="1400" dirty="0"/>
              <a:t> </a:t>
            </a:r>
            <a:r>
              <a:rPr lang="en-US" sz="1400" dirty="0" err="1"/>
              <a:t>rekonstruiše</a:t>
            </a:r>
            <a:r>
              <a:rPr lang="en-US" sz="1400" dirty="0"/>
              <a:t> </a:t>
            </a:r>
            <a:r>
              <a:rPr lang="en-US" sz="1400" dirty="0" err="1"/>
              <a:t>putanju</a:t>
            </a:r>
            <a:r>
              <a:rPr lang="en-US" sz="1400" dirty="0"/>
              <a:t> </a:t>
            </a:r>
            <a:r>
              <a:rPr lang="en-US" sz="1400" dirty="0" err="1"/>
              <a:t>unazad</a:t>
            </a:r>
            <a:r>
              <a:rPr lang="en-US" sz="1400" dirty="0"/>
              <a:t> (</a:t>
            </a:r>
            <a:r>
              <a:rPr lang="en-US" sz="1400" dirty="0" err="1"/>
              <a:t>preko</a:t>
            </a:r>
            <a:r>
              <a:rPr lang="en-US" sz="1400" dirty="0"/>
              <a:t> parent </a:t>
            </a:r>
            <a:r>
              <a:rPr lang="en-US" sz="1400" dirty="0" err="1"/>
              <a:t>pokazivača</a:t>
            </a:r>
            <a:r>
              <a:rPr lang="en-US" sz="1400" dirty="0"/>
              <a:t>) </a:t>
            </a:r>
            <a:r>
              <a:rPr lang="en-US" sz="1400" dirty="0" err="1"/>
              <a:t>kako</a:t>
            </a:r>
            <a:r>
              <a:rPr lang="en-US" sz="1400" dirty="0"/>
              <a:t> bi </a:t>
            </a:r>
            <a:r>
              <a:rPr lang="en-US" sz="1400" dirty="0" err="1"/>
              <a:t>dobio</a:t>
            </a:r>
            <a:r>
              <a:rPr lang="en-US" sz="1400" dirty="0"/>
              <a:t> </a:t>
            </a:r>
            <a:r>
              <a:rPr lang="en-US" sz="1400" dirty="0" err="1"/>
              <a:t>tačan</a:t>
            </a:r>
            <a:r>
              <a:rPr lang="en-US" sz="1400" dirty="0"/>
              <a:t> </a:t>
            </a:r>
            <a:r>
              <a:rPr lang="en-US" sz="1400" dirty="0" err="1"/>
              <a:t>redoslijed</a:t>
            </a:r>
            <a:r>
              <a:rPr lang="en-US" sz="1400" dirty="0"/>
              <a:t> </a:t>
            </a:r>
            <a:r>
              <a:rPr lang="en-US" sz="1400" dirty="0" err="1"/>
              <a:t>ulica</a:t>
            </a:r>
            <a:r>
              <a:rPr lang="en-US" sz="1400" dirty="0"/>
              <a:t>.</a:t>
            </a:r>
          </a:p>
          <a:p>
            <a:endParaRPr lang="en-US" sz="1400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0B377C4-2FAD-422C-4289-6E3FFCFE5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3846040"/>
            <a:ext cx="5105400" cy="286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654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2F8D5-C141-59B9-0A87-4C04CD65F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33"/>
            <a:ext cx="10515600" cy="872067"/>
          </a:xfrm>
        </p:spPr>
        <p:txBody>
          <a:bodyPr>
            <a:normAutofit/>
          </a:bodyPr>
          <a:lstStyle/>
          <a:p>
            <a:r>
              <a:rPr lang="en-US" sz="1400" dirty="0"/>
              <a:t>Folder </a:t>
            </a:r>
            <a:r>
              <a:rPr lang="en-US" sz="1400" b="1" dirty="0"/>
              <a:t>utils</a:t>
            </a:r>
            <a:r>
              <a:rPr lang="en-US" sz="1400" dirty="0"/>
              <a:t> (</a:t>
            </a:r>
            <a:r>
              <a:rPr lang="en-US" sz="1400" dirty="0" err="1"/>
              <a:t>skraćeno</a:t>
            </a:r>
            <a:r>
              <a:rPr lang="en-US" sz="1400" dirty="0"/>
              <a:t> od Utilities) </a:t>
            </a:r>
            <a:r>
              <a:rPr lang="en-US" sz="1400" dirty="0" err="1"/>
              <a:t>služi</a:t>
            </a:r>
            <a:r>
              <a:rPr lang="en-US" sz="1400" dirty="0"/>
              <a:t> za </a:t>
            </a:r>
            <a:r>
              <a:rPr lang="en-US" sz="1400" dirty="0" err="1"/>
              <a:t>čuvanje</a:t>
            </a:r>
            <a:r>
              <a:rPr lang="en-US" sz="1400" dirty="0"/>
              <a:t> </a:t>
            </a:r>
            <a:r>
              <a:rPr lang="en-US" sz="1400" dirty="0" err="1"/>
              <a:t>pomoćnih</a:t>
            </a:r>
            <a:r>
              <a:rPr lang="en-US" sz="1400" dirty="0"/>
              <a:t> </a:t>
            </a:r>
            <a:r>
              <a:rPr lang="en-US" sz="1400" dirty="0" err="1"/>
              <a:t>funkcija</a:t>
            </a:r>
            <a:r>
              <a:rPr lang="en-US" sz="1400" dirty="0"/>
              <a:t> </a:t>
            </a:r>
            <a:r>
              <a:rPr lang="en-US" sz="1400" dirty="0" err="1"/>
              <a:t>koje</a:t>
            </a:r>
            <a:r>
              <a:rPr lang="en-US" sz="1400" dirty="0"/>
              <a:t> </a:t>
            </a:r>
            <a:r>
              <a:rPr lang="en-US" sz="1400" dirty="0" err="1"/>
              <a:t>nisu</a:t>
            </a:r>
            <a:r>
              <a:rPr lang="en-US" sz="1400" dirty="0"/>
              <a:t> </a:t>
            </a:r>
            <a:r>
              <a:rPr lang="en-US" sz="1400" dirty="0" err="1"/>
              <a:t>direktno</a:t>
            </a:r>
            <a:r>
              <a:rPr lang="en-US" sz="1400" dirty="0"/>
              <a:t> </a:t>
            </a:r>
            <a:r>
              <a:rPr lang="en-US" sz="1400" dirty="0" err="1"/>
              <a:t>vezane</a:t>
            </a:r>
            <a:r>
              <a:rPr lang="en-US" sz="1400" dirty="0"/>
              <a:t> za </a:t>
            </a:r>
            <a:r>
              <a:rPr lang="en-US" sz="1400" dirty="0" err="1"/>
              <a:t>grafove</a:t>
            </a:r>
            <a:r>
              <a:rPr lang="en-US" sz="1400" dirty="0"/>
              <a:t> </a:t>
            </a:r>
            <a:r>
              <a:rPr lang="en-US" sz="1400" dirty="0" err="1"/>
              <a:t>ili</a:t>
            </a:r>
            <a:r>
              <a:rPr lang="en-US" sz="1400" dirty="0"/>
              <a:t> </a:t>
            </a:r>
            <a:r>
              <a:rPr lang="en-US" sz="1400" dirty="0" err="1"/>
              <a:t>parsiranje</a:t>
            </a:r>
            <a:r>
              <a:rPr lang="en-US" sz="1400" dirty="0"/>
              <a:t>, </a:t>
            </a:r>
            <a:r>
              <a:rPr lang="en-US" sz="1400" dirty="0" err="1"/>
              <a:t>već</a:t>
            </a:r>
            <a:r>
              <a:rPr lang="en-US" sz="1400" dirty="0"/>
              <a:t> </a:t>
            </a:r>
            <a:r>
              <a:rPr lang="en-US" sz="1400" dirty="0" err="1"/>
              <a:t>rješavaju</a:t>
            </a:r>
            <a:r>
              <a:rPr lang="en-US" sz="1400" dirty="0"/>
              <a:t> </a:t>
            </a:r>
            <a:r>
              <a:rPr lang="en-US" sz="1400" dirty="0" err="1"/>
              <a:t>specifične</a:t>
            </a:r>
            <a:r>
              <a:rPr lang="en-US" sz="1400" dirty="0"/>
              <a:t> </a:t>
            </a:r>
            <a:r>
              <a:rPr lang="en-US" sz="1400" dirty="0" err="1"/>
              <a:t>matematičke</a:t>
            </a:r>
            <a:r>
              <a:rPr lang="en-US" sz="1400" dirty="0"/>
              <a:t> </a:t>
            </a:r>
            <a:r>
              <a:rPr lang="en-US" sz="1400" dirty="0" err="1"/>
              <a:t>ili</a:t>
            </a:r>
            <a:r>
              <a:rPr lang="en-US" sz="1400" dirty="0"/>
              <a:t> </a:t>
            </a:r>
            <a:r>
              <a:rPr lang="en-US" sz="1400" dirty="0" err="1"/>
              <a:t>tehničke</a:t>
            </a:r>
            <a:r>
              <a:rPr lang="en-US" sz="1400" dirty="0"/>
              <a:t> </a:t>
            </a:r>
            <a:r>
              <a:rPr lang="en-US" sz="1400" dirty="0" err="1"/>
              <a:t>zadatke</a:t>
            </a:r>
            <a:r>
              <a:rPr lang="en-US" sz="1400" dirty="0"/>
              <a:t> koji se </a:t>
            </a:r>
            <a:r>
              <a:rPr lang="en-US" sz="1400" dirty="0" err="1"/>
              <a:t>koriste</a:t>
            </a:r>
            <a:r>
              <a:rPr lang="en-US" sz="1400" dirty="0"/>
              <a:t> u </a:t>
            </a:r>
            <a:r>
              <a:rPr lang="en-US" sz="1400" dirty="0" err="1"/>
              <a:t>više</a:t>
            </a:r>
            <a:r>
              <a:rPr lang="en-US" sz="1400" dirty="0"/>
              <a:t> </a:t>
            </a:r>
            <a:r>
              <a:rPr lang="en-US" sz="1400" dirty="0" err="1"/>
              <a:t>dijelova</a:t>
            </a:r>
            <a:r>
              <a:rPr lang="en-US" sz="1400" dirty="0"/>
              <a:t> </a:t>
            </a:r>
            <a:r>
              <a:rPr lang="en-US" sz="1400" dirty="0" err="1"/>
              <a:t>programa</a:t>
            </a:r>
            <a:r>
              <a:rPr lang="en-US" sz="1400" dirty="0"/>
              <a:t>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U </a:t>
            </a:r>
            <a:r>
              <a:rPr lang="en-US" sz="1400" dirty="0" err="1"/>
              <a:t>ovom</a:t>
            </a:r>
            <a:r>
              <a:rPr lang="en-US" sz="1400" dirty="0"/>
              <a:t> </a:t>
            </a:r>
            <a:r>
              <a:rPr lang="en-US" sz="1400" dirty="0" err="1"/>
              <a:t>folderu</a:t>
            </a:r>
            <a:r>
              <a:rPr lang="en-US" sz="1400" dirty="0"/>
              <a:t> se </a:t>
            </a:r>
            <a:r>
              <a:rPr lang="en-US" sz="1400" dirty="0" err="1"/>
              <a:t>nalaze</a:t>
            </a:r>
            <a:r>
              <a:rPr lang="en-US" sz="1400" dirty="0"/>
              <a:t> </a:t>
            </a:r>
            <a:r>
              <a:rPr lang="sr-Latn-ME" sz="1400" dirty="0"/>
              <a:t>četiri </a:t>
            </a:r>
            <a:r>
              <a:rPr lang="en-US" sz="1400" dirty="0" err="1"/>
              <a:t>datoteke</a:t>
            </a:r>
            <a:r>
              <a:rPr lang="en-US" sz="1400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CFA6B-D4DF-20A3-91F8-2002F93A3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0600"/>
            <a:ext cx="10515600" cy="5186363"/>
          </a:xfrm>
        </p:spPr>
        <p:txBody>
          <a:bodyPr>
            <a:normAutofit/>
          </a:bodyPr>
          <a:lstStyle/>
          <a:p>
            <a:r>
              <a:rPr lang="en-US" sz="1400" dirty="0"/>
              <a:t>1. </a:t>
            </a:r>
            <a:r>
              <a:rPr lang="en-US" sz="1400" dirty="0" err="1"/>
              <a:t>geometry.h</a:t>
            </a:r>
            <a:endParaRPr lang="en-US" sz="1400" dirty="0"/>
          </a:p>
          <a:p>
            <a:r>
              <a:rPr lang="en-US" sz="1400" dirty="0"/>
              <a:t>Ovo je </a:t>
            </a:r>
            <a:r>
              <a:rPr lang="en-US" sz="1400" dirty="0" err="1"/>
              <a:t>zaglavlje</a:t>
            </a:r>
            <a:r>
              <a:rPr lang="en-US" sz="1400" dirty="0"/>
              <a:t> (header) </a:t>
            </a:r>
            <a:r>
              <a:rPr lang="en-US" sz="1400" dirty="0" err="1"/>
              <a:t>koje</a:t>
            </a:r>
            <a:r>
              <a:rPr lang="en-US" sz="1400" dirty="0"/>
              <a:t> </a:t>
            </a:r>
            <a:r>
              <a:rPr lang="en-US" sz="1400" dirty="0" err="1"/>
              <a:t>sadrži</a:t>
            </a:r>
            <a:r>
              <a:rPr lang="en-US" sz="1400" dirty="0"/>
              <a:t> </a:t>
            </a:r>
            <a:r>
              <a:rPr lang="en-US" sz="1400" dirty="0" err="1"/>
              <a:t>deklaraciju</a:t>
            </a:r>
            <a:r>
              <a:rPr lang="en-US" sz="1400" dirty="0"/>
              <a:t> </a:t>
            </a:r>
            <a:r>
              <a:rPr lang="en-US" sz="1400" dirty="0" err="1"/>
              <a:t>funkcije</a:t>
            </a:r>
            <a:r>
              <a:rPr lang="en-US" sz="1400" dirty="0"/>
              <a:t> za rad </a:t>
            </a:r>
            <a:r>
              <a:rPr lang="en-US" sz="1400" dirty="0" err="1"/>
              <a:t>sa</a:t>
            </a:r>
            <a:r>
              <a:rPr lang="en-US" sz="1400" dirty="0"/>
              <a:t> </a:t>
            </a:r>
            <a:r>
              <a:rPr lang="en-US" sz="1400" dirty="0" err="1"/>
              <a:t>koordinatama</a:t>
            </a:r>
            <a:r>
              <a:rPr lang="en-US" sz="1400" dirty="0"/>
              <a:t>.</a:t>
            </a:r>
          </a:p>
          <a:p>
            <a:r>
              <a:rPr lang="en-US" sz="1400" dirty="0" err="1"/>
              <a:t>Deklariše</a:t>
            </a:r>
            <a:r>
              <a:rPr lang="en-US" sz="1400" dirty="0"/>
              <a:t> </a:t>
            </a:r>
            <a:r>
              <a:rPr lang="en-US" sz="1400" dirty="0" err="1"/>
              <a:t>funkciju</a:t>
            </a:r>
            <a:r>
              <a:rPr lang="en-US" sz="1400" dirty="0"/>
              <a:t> </a:t>
            </a:r>
            <a:r>
              <a:rPr lang="en-US" sz="1400" dirty="0" err="1"/>
              <a:t>calculateDistance</a:t>
            </a:r>
            <a:r>
              <a:rPr lang="en-US" sz="1400" dirty="0"/>
              <a:t>: </a:t>
            </a:r>
          </a:p>
          <a:p>
            <a:r>
              <a:rPr lang="en-US" sz="1400" dirty="0" err="1"/>
              <a:t>Svrha</a:t>
            </a:r>
            <a:r>
              <a:rPr lang="en-US" sz="1400" dirty="0"/>
              <a:t>: </a:t>
            </a:r>
            <a:r>
              <a:rPr lang="en-US" sz="1400" dirty="0" err="1"/>
              <a:t>Omogućava</a:t>
            </a:r>
            <a:r>
              <a:rPr lang="en-US" sz="1400" dirty="0"/>
              <a:t> </a:t>
            </a:r>
            <a:r>
              <a:rPr lang="en-US" sz="1400" dirty="0" err="1"/>
              <a:t>drugim</a:t>
            </a:r>
            <a:r>
              <a:rPr lang="en-US" sz="1400" dirty="0"/>
              <a:t> </a:t>
            </a:r>
            <a:r>
              <a:rPr lang="en-US" sz="1400" dirty="0" err="1"/>
              <a:t>dijelovima</a:t>
            </a:r>
            <a:r>
              <a:rPr lang="en-US" sz="1400" dirty="0"/>
              <a:t> </a:t>
            </a:r>
            <a:r>
              <a:rPr lang="en-US" sz="1400" dirty="0" err="1"/>
              <a:t>programa</a:t>
            </a:r>
            <a:r>
              <a:rPr lang="en-US" sz="1400" dirty="0"/>
              <a:t> (</a:t>
            </a:r>
            <a:r>
              <a:rPr lang="en-US" sz="1400" dirty="0" err="1"/>
              <a:t>poput</a:t>
            </a:r>
            <a:r>
              <a:rPr lang="en-US" sz="1400" dirty="0"/>
              <a:t> </a:t>
            </a:r>
            <a:r>
              <a:rPr lang="en-US" sz="1400" dirty="0" err="1"/>
              <a:t>parsera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glavnog</a:t>
            </a:r>
            <a:r>
              <a:rPr lang="en-US" sz="1400" dirty="0"/>
              <a:t> </a:t>
            </a:r>
            <a:r>
              <a:rPr lang="en-US" sz="1400" dirty="0" err="1"/>
              <a:t>menija</a:t>
            </a:r>
            <a:r>
              <a:rPr lang="en-US" sz="1400" dirty="0"/>
              <a:t>) da </a:t>
            </a:r>
            <a:r>
              <a:rPr lang="en-US" sz="1400" dirty="0" err="1"/>
              <a:t>koriste</a:t>
            </a:r>
            <a:r>
              <a:rPr lang="en-US" sz="1400" dirty="0"/>
              <a:t> </a:t>
            </a:r>
            <a:r>
              <a:rPr lang="en-US" sz="1400" dirty="0" err="1"/>
              <a:t>matematičke</a:t>
            </a:r>
            <a:r>
              <a:rPr lang="en-US" sz="1400" dirty="0"/>
              <a:t> </a:t>
            </a:r>
            <a:r>
              <a:rPr lang="en-US" sz="1400" dirty="0" err="1"/>
              <a:t>proračune</a:t>
            </a:r>
            <a:r>
              <a:rPr lang="en-US" sz="1400" dirty="0"/>
              <a:t> bez </a:t>
            </a:r>
            <a:r>
              <a:rPr lang="en-US" sz="1400" dirty="0" err="1"/>
              <a:t>poznavanja</a:t>
            </a:r>
            <a:r>
              <a:rPr lang="en-US" sz="1400" dirty="0"/>
              <a:t> </a:t>
            </a:r>
            <a:r>
              <a:rPr lang="en-US" sz="1400" dirty="0" err="1"/>
              <a:t>detalja</a:t>
            </a:r>
            <a:r>
              <a:rPr lang="en-US" sz="1400" dirty="0"/>
              <a:t> same </a:t>
            </a:r>
            <a:r>
              <a:rPr lang="en-US" sz="1400" dirty="0" err="1"/>
              <a:t>formule</a:t>
            </a:r>
            <a:r>
              <a:rPr lang="en-US" sz="1400" dirty="0"/>
              <a:t>.</a:t>
            </a:r>
          </a:p>
          <a:p>
            <a:r>
              <a:rPr lang="en-US" sz="1400" dirty="0"/>
              <a:t>2. </a:t>
            </a:r>
            <a:r>
              <a:rPr lang="en-US" sz="1400" dirty="0" err="1"/>
              <a:t>geometry.c</a:t>
            </a:r>
            <a:endParaRPr lang="en-US" sz="1400" dirty="0"/>
          </a:p>
          <a:p>
            <a:r>
              <a:rPr lang="en-US" sz="1400" dirty="0"/>
              <a:t>Ovdje se </a:t>
            </a:r>
            <a:r>
              <a:rPr lang="en-US" sz="1400" dirty="0" err="1"/>
              <a:t>nalazi</a:t>
            </a:r>
            <a:r>
              <a:rPr lang="en-US" sz="1400" dirty="0"/>
              <a:t> </a:t>
            </a:r>
            <a:r>
              <a:rPr lang="en-US" sz="1400" dirty="0" err="1"/>
              <a:t>stvarna</a:t>
            </a:r>
            <a:r>
              <a:rPr lang="en-US" sz="1400" dirty="0"/>
              <a:t> </a:t>
            </a:r>
            <a:r>
              <a:rPr lang="en-US" sz="1400" dirty="0" err="1"/>
              <a:t>matematička</a:t>
            </a:r>
            <a:r>
              <a:rPr lang="en-US" sz="1400" dirty="0"/>
              <a:t> </a:t>
            </a:r>
            <a:r>
              <a:rPr lang="en-US" sz="1400" dirty="0" err="1"/>
              <a:t>implementacija</a:t>
            </a:r>
            <a:r>
              <a:rPr lang="en-US" sz="1400" dirty="0"/>
              <a:t>. </a:t>
            </a:r>
            <a:r>
              <a:rPr lang="en-US" sz="1400" b="1" dirty="0" err="1"/>
              <a:t>Haversinusna</a:t>
            </a:r>
            <a:r>
              <a:rPr lang="en-US" sz="1400" b="1" dirty="0"/>
              <a:t> formula</a:t>
            </a:r>
            <a:r>
              <a:rPr lang="en-US" sz="1400" dirty="0"/>
              <a:t>: </a:t>
            </a:r>
            <a:r>
              <a:rPr lang="en-US" sz="1400" dirty="0" err="1"/>
              <a:t>Implementira</a:t>
            </a:r>
            <a:r>
              <a:rPr lang="en-US" sz="1400" dirty="0"/>
              <a:t> </a:t>
            </a:r>
            <a:r>
              <a:rPr lang="en-US" sz="1400" dirty="0" err="1"/>
              <a:t>formulu</a:t>
            </a:r>
            <a:r>
              <a:rPr lang="en-US" sz="1400" dirty="0"/>
              <a:t> </a:t>
            </a:r>
            <a:r>
              <a:rPr lang="en-US" sz="1400" dirty="0" err="1"/>
              <a:t>koja</a:t>
            </a:r>
            <a:r>
              <a:rPr lang="en-US" sz="1400" dirty="0"/>
              <a:t> </a:t>
            </a:r>
            <a:r>
              <a:rPr lang="en-US" sz="1400" dirty="0" err="1"/>
              <a:t>precizno</a:t>
            </a:r>
            <a:r>
              <a:rPr lang="en-US" sz="1400" dirty="0"/>
              <a:t> </a:t>
            </a:r>
            <a:r>
              <a:rPr lang="en-US" sz="1400" dirty="0" err="1"/>
              <a:t>izračunava</a:t>
            </a:r>
            <a:r>
              <a:rPr lang="en-US" sz="1400" dirty="0"/>
              <a:t> </a:t>
            </a:r>
            <a:r>
              <a:rPr lang="en-US" sz="1400" dirty="0" err="1"/>
              <a:t>udaljenost</a:t>
            </a:r>
            <a:r>
              <a:rPr lang="en-US" sz="1400" dirty="0"/>
              <a:t> </a:t>
            </a:r>
            <a:r>
              <a:rPr lang="en-US" sz="1400" dirty="0" err="1"/>
              <a:t>između</a:t>
            </a:r>
            <a:r>
              <a:rPr lang="en-US" sz="1400" dirty="0"/>
              <a:t> </a:t>
            </a:r>
            <a:r>
              <a:rPr lang="en-US" sz="1400" dirty="0" err="1"/>
              <a:t>dvije</a:t>
            </a:r>
            <a:r>
              <a:rPr lang="en-US" sz="1400" dirty="0"/>
              <a:t> </a:t>
            </a:r>
            <a:r>
              <a:rPr lang="en-US" sz="1400" dirty="0" err="1"/>
              <a:t>tačke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zakrivljenoj</a:t>
            </a:r>
            <a:r>
              <a:rPr lang="en-US" sz="1400" dirty="0"/>
              <a:t> </a:t>
            </a:r>
            <a:r>
              <a:rPr lang="en-US" sz="1400" dirty="0" err="1"/>
              <a:t>površini</a:t>
            </a:r>
            <a:r>
              <a:rPr lang="en-US" sz="1400" dirty="0"/>
              <a:t> Zemlje </a:t>
            </a:r>
            <a:r>
              <a:rPr lang="en-US" sz="1400" dirty="0" err="1"/>
              <a:t>koristeći</a:t>
            </a:r>
            <a:r>
              <a:rPr lang="en-US" sz="1400" dirty="0"/>
              <a:t> </a:t>
            </a:r>
            <a:r>
              <a:rPr lang="en-US" sz="1400" dirty="0" err="1"/>
              <a:t>njihove</a:t>
            </a:r>
            <a:r>
              <a:rPr lang="en-US" sz="1400" dirty="0"/>
              <a:t> </a:t>
            </a:r>
            <a:r>
              <a:rPr lang="en-US" sz="1400" dirty="0" err="1"/>
              <a:t>geografske</a:t>
            </a:r>
            <a:r>
              <a:rPr lang="en-US" sz="1400" dirty="0"/>
              <a:t> </a:t>
            </a:r>
            <a:r>
              <a:rPr lang="en-US" sz="1400" dirty="0" err="1"/>
              <a:t>širine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dužine</a:t>
            </a:r>
            <a:r>
              <a:rPr lang="en-US" sz="1400" dirty="0"/>
              <a:t>. EARTH_RADIUS: </a:t>
            </a:r>
            <a:r>
              <a:rPr lang="en-US" sz="1400" dirty="0" err="1"/>
              <a:t>Definiše</a:t>
            </a:r>
            <a:r>
              <a:rPr lang="en-US" sz="1400" dirty="0"/>
              <a:t> </a:t>
            </a:r>
            <a:r>
              <a:rPr lang="en-US" sz="1400" dirty="0" err="1"/>
              <a:t>poluprečnik</a:t>
            </a:r>
            <a:r>
              <a:rPr lang="en-US" sz="1400" dirty="0"/>
              <a:t> </a:t>
            </a:r>
            <a:r>
              <a:rPr lang="en-US" sz="1400" dirty="0" err="1"/>
              <a:t>Zemlje</a:t>
            </a:r>
            <a:r>
              <a:rPr lang="en-US" sz="1400" dirty="0"/>
              <a:t> (</a:t>
            </a:r>
            <a:r>
              <a:rPr lang="en-US" sz="1400" dirty="0" err="1"/>
              <a:t>oko</a:t>
            </a:r>
            <a:r>
              <a:rPr lang="en-US" sz="1400" dirty="0"/>
              <a:t> 6,371 km) u </a:t>
            </a:r>
            <a:r>
              <a:rPr lang="en-US" sz="1400" dirty="0" err="1"/>
              <a:t>metrima</a:t>
            </a:r>
            <a:r>
              <a:rPr lang="en-US" sz="1400" dirty="0"/>
              <a:t>, </a:t>
            </a:r>
            <a:r>
              <a:rPr lang="en-US" sz="1400" dirty="0" err="1"/>
              <a:t>što</a:t>
            </a:r>
            <a:r>
              <a:rPr lang="en-US" sz="1400" dirty="0"/>
              <a:t> </a:t>
            </a:r>
            <a:r>
              <a:rPr lang="en-US" sz="1400" dirty="0" err="1"/>
              <a:t>omogućava</a:t>
            </a:r>
            <a:r>
              <a:rPr lang="en-US" sz="1400" dirty="0"/>
              <a:t> da </a:t>
            </a:r>
            <a:r>
              <a:rPr lang="en-US" sz="1400" dirty="0" err="1"/>
              <a:t>rezultat</a:t>
            </a:r>
            <a:r>
              <a:rPr lang="en-US" sz="1400" dirty="0"/>
              <a:t> </a:t>
            </a:r>
            <a:r>
              <a:rPr lang="en-US" sz="1400" dirty="0" err="1"/>
              <a:t>dobijemo</a:t>
            </a:r>
            <a:r>
              <a:rPr lang="en-US" sz="1400" dirty="0"/>
              <a:t> u </a:t>
            </a:r>
            <a:r>
              <a:rPr lang="en-US" sz="1400" dirty="0" err="1"/>
              <a:t>metrima</a:t>
            </a:r>
            <a:r>
              <a:rPr lang="en-US" sz="1400" dirty="0"/>
              <a:t> (</a:t>
            </a:r>
            <a:r>
              <a:rPr lang="en-US" sz="1400" dirty="0" err="1"/>
              <a:t>npr</a:t>
            </a:r>
            <a:r>
              <a:rPr lang="en-US" sz="1400" dirty="0"/>
              <a:t>. "</a:t>
            </a:r>
            <a:r>
              <a:rPr lang="en-US" sz="1400" dirty="0" err="1"/>
              <a:t>udaljenost</a:t>
            </a:r>
            <a:r>
              <a:rPr lang="en-US" sz="1400" dirty="0"/>
              <a:t> je 450.20 </a:t>
            </a:r>
            <a:r>
              <a:rPr lang="en-US" sz="1400" dirty="0" err="1"/>
              <a:t>metara</a:t>
            </a:r>
            <a:r>
              <a:rPr lang="en-US" sz="1400" dirty="0"/>
              <a:t>"). </a:t>
            </a:r>
            <a:r>
              <a:rPr lang="en-US" sz="1400" dirty="0" err="1"/>
              <a:t>Konverzija</a:t>
            </a:r>
            <a:r>
              <a:rPr lang="en-US" sz="1400" dirty="0"/>
              <a:t>: </a:t>
            </a:r>
            <a:r>
              <a:rPr lang="en-US" sz="1400" dirty="0" err="1"/>
              <a:t>Sadrži</a:t>
            </a:r>
            <a:r>
              <a:rPr lang="en-US" sz="1400" dirty="0"/>
              <a:t> </a:t>
            </a:r>
            <a:r>
              <a:rPr lang="en-US" sz="1400" dirty="0" err="1"/>
              <a:t>makroe</a:t>
            </a:r>
            <a:r>
              <a:rPr lang="en-US" sz="1400" dirty="0"/>
              <a:t> </a:t>
            </a:r>
            <a:r>
              <a:rPr lang="en-US" sz="1400" dirty="0" err="1"/>
              <a:t>ili</a:t>
            </a:r>
            <a:r>
              <a:rPr lang="en-US" sz="1400" dirty="0"/>
              <a:t> </a:t>
            </a:r>
            <a:r>
              <a:rPr lang="en-US" sz="1400" dirty="0" err="1"/>
              <a:t>funkcije</a:t>
            </a:r>
            <a:r>
              <a:rPr lang="en-US" sz="1400" dirty="0"/>
              <a:t> za </a:t>
            </a:r>
            <a:r>
              <a:rPr lang="en-US" sz="1400" dirty="0" err="1"/>
              <a:t>pretvaranje</a:t>
            </a:r>
            <a:r>
              <a:rPr lang="en-US" sz="1400" dirty="0"/>
              <a:t> </a:t>
            </a:r>
            <a:r>
              <a:rPr lang="en-US" sz="1400" dirty="0" err="1"/>
              <a:t>stepeni</a:t>
            </a:r>
            <a:r>
              <a:rPr lang="en-US" sz="1400" dirty="0"/>
              <a:t> u </a:t>
            </a:r>
            <a:r>
              <a:rPr lang="en-US" sz="1400" dirty="0" err="1"/>
              <a:t>radijane</a:t>
            </a:r>
            <a:r>
              <a:rPr lang="en-US" sz="1400" dirty="0"/>
              <a:t> (TO_RAD), </a:t>
            </a:r>
            <a:r>
              <a:rPr lang="en-US" sz="1400" dirty="0" err="1"/>
              <a:t>jer</a:t>
            </a:r>
            <a:r>
              <a:rPr lang="en-US" sz="1400" dirty="0"/>
              <a:t> C-</a:t>
            </a:r>
            <a:r>
              <a:rPr lang="en-US" sz="1400" dirty="0" err="1"/>
              <a:t>ove</a:t>
            </a:r>
            <a:r>
              <a:rPr lang="en-US" sz="1400" dirty="0"/>
              <a:t> </a:t>
            </a:r>
            <a:r>
              <a:rPr lang="en-US" sz="1400" dirty="0" err="1"/>
              <a:t>matematičke</a:t>
            </a:r>
            <a:r>
              <a:rPr lang="en-US" sz="1400" dirty="0"/>
              <a:t> </a:t>
            </a:r>
            <a:r>
              <a:rPr lang="en-US" sz="1400" dirty="0" err="1"/>
              <a:t>funkcije</a:t>
            </a:r>
            <a:r>
              <a:rPr lang="en-US" sz="1400" dirty="0"/>
              <a:t> </a:t>
            </a:r>
            <a:r>
              <a:rPr lang="en-US" sz="1400" dirty="0" err="1"/>
              <a:t>poput</a:t>
            </a:r>
            <a:r>
              <a:rPr lang="en-US" sz="1400" dirty="0"/>
              <a:t> sin() </a:t>
            </a:r>
            <a:r>
              <a:rPr lang="en-US" sz="1400" dirty="0" err="1"/>
              <a:t>i</a:t>
            </a:r>
            <a:r>
              <a:rPr lang="en-US" sz="1400" dirty="0"/>
              <a:t> cos() </a:t>
            </a:r>
            <a:r>
              <a:rPr lang="en-US" sz="1400" dirty="0" err="1"/>
              <a:t>zahtijevaju</a:t>
            </a:r>
            <a:r>
              <a:rPr lang="en-US" sz="1400" dirty="0"/>
              <a:t> </a:t>
            </a:r>
            <a:r>
              <a:rPr lang="en-US" sz="1400" dirty="0" err="1"/>
              <a:t>radijane</a:t>
            </a:r>
            <a:r>
              <a:rPr lang="en-US" sz="1400" dirty="0"/>
              <a:t>.</a:t>
            </a:r>
          </a:p>
          <a:p>
            <a:endParaRPr lang="en-US" sz="1400" dirty="0"/>
          </a:p>
        </p:txBody>
      </p:sp>
      <p:pic>
        <p:nvPicPr>
          <p:cNvPr id="5" name="Picture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A4AE3AE8-3E55-95DD-CEE3-9835815B2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479" y="3598152"/>
            <a:ext cx="5761041" cy="325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731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2F4240-49D4-97BA-AD65-67655C955E0C}"/>
              </a:ext>
            </a:extLst>
          </p:cNvPr>
          <p:cNvSpPr txBox="1"/>
          <p:nvPr/>
        </p:nvSpPr>
        <p:spPr>
          <a:xfrm>
            <a:off x="550624" y="1951672"/>
            <a:ext cx="526203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1400" dirty="0"/>
              <a:t>3. levenstajn.h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služi</a:t>
            </a:r>
            <a:r>
              <a:rPr lang="en-US" sz="1400" dirty="0"/>
              <a:t> za </a:t>
            </a:r>
            <a:r>
              <a:rPr lang="en-US" sz="1400" dirty="0" err="1"/>
              <a:t>deklaraciju</a:t>
            </a:r>
            <a:r>
              <a:rPr lang="en-US" sz="1400" dirty="0"/>
              <a:t> </a:t>
            </a:r>
            <a:r>
              <a:rPr lang="en-US" sz="1400" dirty="0" err="1"/>
              <a:t>funkcije</a:t>
            </a:r>
            <a:r>
              <a:rPr lang="en-US" sz="1400" dirty="0"/>
              <a:t> </a:t>
            </a:r>
            <a:r>
              <a:rPr lang="en-US" sz="1400" dirty="0" err="1"/>
              <a:t>kako</a:t>
            </a:r>
            <a:r>
              <a:rPr lang="en-US" sz="1400" dirty="0"/>
              <a:t> bi je </a:t>
            </a:r>
            <a:r>
              <a:rPr lang="en-US" sz="1400" dirty="0" err="1"/>
              <a:t>drugi</a:t>
            </a:r>
            <a:r>
              <a:rPr lang="en-US" sz="1400" dirty="0"/>
              <a:t> </a:t>
            </a:r>
            <a:r>
              <a:rPr lang="en-US" sz="1400" dirty="0" err="1"/>
              <a:t>djelovi</a:t>
            </a:r>
            <a:r>
              <a:rPr lang="en-US" sz="1400" dirty="0"/>
              <a:t> </a:t>
            </a:r>
            <a:r>
              <a:rPr lang="en-US" sz="1400" dirty="0" err="1"/>
              <a:t>programa</a:t>
            </a:r>
            <a:r>
              <a:rPr lang="en-US" sz="1400" dirty="0"/>
              <a:t> </a:t>
            </a:r>
            <a:r>
              <a:rPr lang="en-US" sz="1400" dirty="0" err="1"/>
              <a:t>mogli</a:t>
            </a:r>
            <a:r>
              <a:rPr lang="en-US" sz="1400" dirty="0"/>
              <a:t> </a:t>
            </a:r>
            <a:r>
              <a:rPr lang="en-US" sz="1400" dirty="0" err="1"/>
              <a:t>koristiti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4. </a:t>
            </a:r>
            <a:r>
              <a:rPr lang="en-US" sz="1400" dirty="0" err="1"/>
              <a:t>levenstajn.c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1400" dirty="0"/>
              <a:t>stvarna logika algoritma koja koristi tehniku </a:t>
            </a:r>
            <a:r>
              <a:rPr lang="sv-SE" sz="1400" b="1" dirty="0"/>
              <a:t>dinamičkog programiranja</a:t>
            </a:r>
            <a:r>
              <a:rPr lang="sv-SE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/>
              <a:t>Glavna</a:t>
            </a:r>
            <a:r>
              <a:rPr lang="en-US" sz="1400" b="1" dirty="0"/>
              <a:t> </a:t>
            </a:r>
            <a:r>
              <a:rPr lang="en-US" sz="1400" b="1" dirty="0" err="1"/>
              <a:t>funkcija</a:t>
            </a:r>
            <a:r>
              <a:rPr lang="en-US" sz="1400" b="1" dirty="0"/>
              <a:t>: </a:t>
            </a:r>
            <a:r>
              <a:rPr lang="en-US" sz="1400" dirty="0" err="1"/>
              <a:t>levenshtein_distance</a:t>
            </a: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Algoritam</a:t>
            </a:r>
            <a:r>
              <a:rPr lang="en-US" sz="1400" dirty="0"/>
              <a:t> se </a:t>
            </a:r>
            <a:r>
              <a:rPr lang="en-US" sz="1400" dirty="0" err="1"/>
              <a:t>sastoji</a:t>
            </a:r>
            <a:r>
              <a:rPr lang="en-US" sz="1400" dirty="0"/>
              <a:t> od: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1. </a:t>
            </a:r>
            <a:r>
              <a:rPr lang="en-US" sz="1400" dirty="0" err="1"/>
              <a:t>Inicijalizacije</a:t>
            </a:r>
            <a:r>
              <a:rPr lang="en-US" sz="1400" dirty="0"/>
              <a:t> </a:t>
            </a:r>
            <a:r>
              <a:rPr lang="en-US" sz="1400" dirty="0" err="1"/>
              <a:t>matrice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2. </a:t>
            </a:r>
            <a:r>
              <a:rPr lang="en-US" sz="1400" dirty="0" err="1"/>
              <a:t>Popunjavanja</a:t>
            </a:r>
            <a:r>
              <a:rPr lang="en-US" sz="1400" dirty="0"/>
              <a:t> </a:t>
            </a:r>
            <a:r>
              <a:rPr lang="en-US" sz="1400" dirty="0" err="1"/>
              <a:t>matrice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3.</a:t>
            </a:r>
            <a:r>
              <a:rPr lang="en-US" b="1" dirty="0"/>
              <a:t> </a:t>
            </a:r>
            <a:r>
              <a:rPr lang="en-US" sz="1400" dirty="0" err="1"/>
              <a:t>Vra</a:t>
            </a:r>
            <a:r>
              <a:rPr lang="sr-Latn-ME" sz="1400" dirty="0"/>
              <a:t>ćanja r</a:t>
            </a:r>
            <a:r>
              <a:rPr lang="en-US" sz="1400" dirty="0" err="1"/>
              <a:t>ezultat</a:t>
            </a:r>
            <a:r>
              <a:rPr lang="sr-Latn-ME" sz="1400" dirty="0"/>
              <a:t>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ME" sz="1400" dirty="0"/>
              <a:t>4. Č</a:t>
            </a:r>
            <a:r>
              <a:rPr lang="en-US" sz="1400" dirty="0" err="1"/>
              <a:t>išćenj</a:t>
            </a:r>
            <a:r>
              <a:rPr lang="sr-Latn-ME" sz="1400" dirty="0"/>
              <a:t>a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72566A-2847-4F0E-6985-EE0637E29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534" y="588341"/>
            <a:ext cx="5426842" cy="56813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ACB788-398B-DF27-200B-E75C21C38345}"/>
              </a:ext>
            </a:extLst>
          </p:cNvPr>
          <p:cNvSpPr txBox="1"/>
          <p:nvPr/>
        </p:nvSpPr>
        <p:spPr>
          <a:xfrm>
            <a:off x="550624" y="829733"/>
            <a:ext cx="526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ME" dirty="0"/>
              <a:t>! Dodat Levenštajnov algoritam: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167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AD55-F131-9169-06E0-AA94E30A1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6208"/>
          </a:xfrm>
        </p:spPr>
        <p:txBody>
          <a:bodyPr>
            <a:normAutofit/>
          </a:bodyPr>
          <a:lstStyle/>
          <a:p>
            <a:r>
              <a:rPr lang="en-US" sz="2400" dirty="0" err="1"/>
              <a:t>Fajl</a:t>
            </a:r>
            <a:r>
              <a:rPr lang="en-US" sz="2400" dirty="0"/>
              <a:t> </a:t>
            </a:r>
            <a:r>
              <a:rPr lang="en-US" sz="2400" b="1" dirty="0" err="1"/>
              <a:t>Makefile</a:t>
            </a:r>
            <a:r>
              <a:rPr lang="en-US" sz="2400" b="1" dirty="0"/>
              <a:t>: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35CEC97-668F-4AB4-2AAE-BE2F2E6C74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463" y="931334"/>
            <a:ext cx="7773074" cy="39398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D4FAF2-8E47-F946-E5BA-453A80D49842}"/>
              </a:ext>
            </a:extLst>
          </p:cNvPr>
          <p:cNvSpPr txBox="1"/>
          <p:nvPr/>
        </p:nvSpPr>
        <p:spPr>
          <a:xfrm>
            <a:off x="838200" y="5138657"/>
            <a:ext cx="1051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r>
              <a:rPr lang="en-US" sz="1400" dirty="0" err="1"/>
              <a:t>Makefile</a:t>
            </a:r>
            <a:r>
              <a:rPr lang="en-US" sz="1400" dirty="0"/>
              <a:t> je </a:t>
            </a:r>
            <a:r>
              <a:rPr lang="en-US" sz="1400" dirty="0" err="1"/>
              <a:t>specijalni</a:t>
            </a:r>
            <a:r>
              <a:rPr lang="en-US" sz="1400" dirty="0"/>
              <a:t> </a:t>
            </a:r>
            <a:r>
              <a:rPr lang="en-US" sz="1400" dirty="0" err="1"/>
              <a:t>fajl</a:t>
            </a:r>
            <a:r>
              <a:rPr lang="en-US" sz="1400" dirty="0"/>
              <a:t> koji </a:t>
            </a:r>
            <a:r>
              <a:rPr lang="en-US" sz="1400" dirty="0" err="1"/>
              <a:t>koristi</a:t>
            </a:r>
            <a:r>
              <a:rPr lang="en-US" sz="1400" dirty="0"/>
              <a:t> </a:t>
            </a:r>
            <a:r>
              <a:rPr lang="en-US" sz="1400" dirty="0" err="1"/>
              <a:t>alat</a:t>
            </a:r>
            <a:r>
              <a:rPr lang="en-US" sz="1400" dirty="0"/>
              <a:t> pod </a:t>
            </a:r>
            <a:r>
              <a:rPr lang="en-US" sz="1400" dirty="0" err="1"/>
              <a:t>nazivom</a:t>
            </a:r>
            <a:r>
              <a:rPr lang="en-US" sz="1400" dirty="0"/>
              <a:t> make </a:t>
            </a:r>
            <a:r>
              <a:rPr lang="en-US" sz="1400" dirty="0" err="1"/>
              <a:t>kako</a:t>
            </a:r>
            <a:r>
              <a:rPr lang="en-US" sz="1400" dirty="0"/>
              <a:t> bi </a:t>
            </a:r>
            <a:r>
              <a:rPr lang="en-US" sz="1400" dirty="0" err="1"/>
              <a:t>automatizovao</a:t>
            </a:r>
            <a:r>
              <a:rPr lang="en-US" sz="1400" dirty="0"/>
              <a:t> </a:t>
            </a:r>
            <a:r>
              <a:rPr lang="en-US" sz="1400" dirty="0" err="1"/>
              <a:t>proces</a:t>
            </a:r>
            <a:r>
              <a:rPr lang="en-US" sz="1400" dirty="0"/>
              <a:t> </a:t>
            </a:r>
            <a:r>
              <a:rPr lang="en-US" sz="1400" dirty="0" err="1"/>
              <a:t>kompajliranja</a:t>
            </a:r>
            <a:r>
              <a:rPr lang="en-US" sz="1400" dirty="0"/>
              <a:t> (</a:t>
            </a:r>
            <a:r>
              <a:rPr lang="en-US" sz="1400" dirty="0" err="1"/>
              <a:t>prevođenja</a:t>
            </a:r>
            <a:r>
              <a:rPr lang="en-US" sz="1400" dirty="0"/>
              <a:t>) </a:t>
            </a:r>
            <a:r>
              <a:rPr lang="en-US" sz="1400" dirty="0" err="1"/>
              <a:t>koda</a:t>
            </a:r>
            <a:r>
              <a:rPr lang="en-US" sz="1400" dirty="0"/>
              <a:t> u </a:t>
            </a:r>
            <a:r>
              <a:rPr lang="en-US" sz="1400" dirty="0" err="1"/>
              <a:t>izvršni</a:t>
            </a:r>
            <a:r>
              <a:rPr lang="en-US" sz="1400" dirty="0"/>
              <a:t> program.</a:t>
            </a:r>
          </a:p>
          <a:p>
            <a:r>
              <a:rPr lang="en-US" sz="1400" dirty="0" err="1"/>
              <a:t>Umjesto</a:t>
            </a:r>
            <a:r>
              <a:rPr lang="en-US" sz="1400" dirty="0"/>
              <a:t> da se </a:t>
            </a:r>
            <a:r>
              <a:rPr lang="en-US" sz="1400" dirty="0" err="1"/>
              <a:t>rucno</a:t>
            </a:r>
            <a:r>
              <a:rPr lang="en-US" sz="1400" dirty="0"/>
              <a:t> </a:t>
            </a:r>
            <a:r>
              <a:rPr lang="en-US" sz="1400" dirty="0" err="1"/>
              <a:t>kucaju</a:t>
            </a:r>
            <a:r>
              <a:rPr lang="en-US" sz="1400" dirty="0"/>
              <a:t> </a:t>
            </a:r>
            <a:r>
              <a:rPr lang="en-US" sz="1400" dirty="0" err="1"/>
              <a:t>duge</a:t>
            </a:r>
            <a:r>
              <a:rPr lang="en-US" sz="1400" dirty="0"/>
              <a:t> </a:t>
            </a:r>
            <a:r>
              <a:rPr lang="en-US" sz="1400" dirty="0" err="1"/>
              <a:t>komande</a:t>
            </a:r>
            <a:r>
              <a:rPr lang="en-US" sz="1400" dirty="0"/>
              <a:t> u </a:t>
            </a:r>
            <a:r>
              <a:rPr lang="en-US" sz="1400" dirty="0" err="1"/>
              <a:t>terminalu</a:t>
            </a:r>
            <a:r>
              <a:rPr lang="en-US" sz="1400" dirty="0"/>
              <a:t> </a:t>
            </a:r>
            <a:r>
              <a:rPr lang="en-US" sz="1400" dirty="0" err="1"/>
              <a:t>svaki</a:t>
            </a:r>
            <a:r>
              <a:rPr lang="en-US" sz="1400" dirty="0"/>
              <a:t> put </a:t>
            </a:r>
            <a:r>
              <a:rPr lang="en-US" sz="1400" dirty="0" err="1"/>
              <a:t>kada</a:t>
            </a:r>
            <a:r>
              <a:rPr lang="en-US" sz="1400" dirty="0"/>
              <a:t> </a:t>
            </a:r>
            <a:r>
              <a:rPr lang="en-US" sz="1400" dirty="0" err="1"/>
              <a:t>nešto</a:t>
            </a:r>
            <a:r>
              <a:rPr lang="en-US" sz="1400" dirty="0"/>
              <a:t> </a:t>
            </a:r>
            <a:r>
              <a:rPr lang="en-US" sz="1400" dirty="0" err="1"/>
              <a:t>treba</a:t>
            </a:r>
            <a:r>
              <a:rPr lang="en-US" sz="1400" dirty="0"/>
              <a:t> da se </a:t>
            </a:r>
            <a:r>
              <a:rPr lang="en-US" sz="1400" dirty="0" err="1"/>
              <a:t>promijeni</a:t>
            </a:r>
            <a:r>
              <a:rPr lang="en-US" sz="1400" dirty="0"/>
              <a:t> u </a:t>
            </a:r>
            <a:r>
              <a:rPr lang="en-US" sz="1400" dirty="0" err="1"/>
              <a:t>kodu</a:t>
            </a:r>
            <a:r>
              <a:rPr lang="en-US" sz="1400" dirty="0"/>
              <a:t>, </a:t>
            </a:r>
            <a:r>
              <a:rPr lang="en-US" sz="1400" dirty="0" err="1"/>
              <a:t>samo</a:t>
            </a:r>
            <a:r>
              <a:rPr lang="en-US" sz="1400" dirty="0"/>
              <a:t> se </a:t>
            </a:r>
            <a:r>
              <a:rPr lang="en-US" sz="1400" dirty="0" err="1"/>
              <a:t>ukuca</a:t>
            </a:r>
            <a:r>
              <a:rPr lang="en-US" sz="1400" dirty="0"/>
              <a:t> make </a:t>
            </a:r>
            <a:r>
              <a:rPr lang="en-US" sz="1400" dirty="0" err="1"/>
              <a:t>i</a:t>
            </a:r>
            <a:r>
              <a:rPr lang="en-US" sz="1400" dirty="0"/>
              <a:t> on </a:t>
            </a:r>
            <a:r>
              <a:rPr lang="en-US" sz="1400" dirty="0" err="1"/>
              <a:t>odradi</a:t>
            </a:r>
            <a:r>
              <a:rPr lang="en-US" sz="1400" dirty="0"/>
              <a:t> sav </a:t>
            </a:r>
            <a:r>
              <a:rPr lang="en-US" sz="1400" dirty="0" err="1"/>
              <a:t>posao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3734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8D14E-FBDF-6000-275A-900C0349F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Autofit/>
          </a:bodyPr>
          <a:lstStyle/>
          <a:p>
            <a:r>
              <a:rPr lang="en-US" sz="2400" b="1" dirty="0" err="1"/>
              <a:t>main.c</a:t>
            </a:r>
            <a:endParaRPr lang="en-US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3D8DE-D87C-EBAA-97E4-30AE8CEBC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2937933" cy="4382030"/>
          </a:xfrm>
        </p:spPr>
        <p:txBody>
          <a:bodyPr>
            <a:normAutofit/>
          </a:bodyPr>
          <a:lstStyle/>
          <a:p>
            <a:r>
              <a:rPr lang="en-US" sz="1400" dirty="0" err="1"/>
              <a:t>Pomoćna</a:t>
            </a:r>
            <a:r>
              <a:rPr lang="en-US" sz="1400" dirty="0"/>
              <a:t> </a:t>
            </a:r>
            <a:r>
              <a:rPr lang="en-US" sz="1400" dirty="0" err="1"/>
              <a:t>funkcija</a:t>
            </a:r>
            <a:r>
              <a:rPr lang="en-US" sz="1400" dirty="0"/>
              <a:t> </a:t>
            </a:r>
            <a:r>
              <a:rPr lang="en-US" sz="1400" dirty="0" err="1"/>
              <a:t>getNodeInput</a:t>
            </a:r>
            <a:r>
              <a:rPr lang="en-US" sz="1400" dirty="0"/>
              <a:t>:</a:t>
            </a:r>
          </a:p>
          <a:p>
            <a:r>
              <a:rPr lang="en-US" sz="1400" dirty="0"/>
              <a:t>Ova </a:t>
            </a:r>
            <a:r>
              <a:rPr lang="en-US" sz="1400" dirty="0" err="1"/>
              <a:t>funkcija</a:t>
            </a:r>
            <a:r>
              <a:rPr lang="en-US" sz="1400" dirty="0"/>
              <a:t> </a:t>
            </a:r>
            <a:r>
              <a:rPr lang="en-US" sz="1400" dirty="0" err="1"/>
              <a:t>omogućava</a:t>
            </a:r>
            <a:r>
              <a:rPr lang="en-US" sz="1400" dirty="0"/>
              <a:t> </a:t>
            </a:r>
            <a:r>
              <a:rPr lang="en-US" sz="1400" dirty="0" err="1"/>
              <a:t>fleksibilan</a:t>
            </a:r>
            <a:r>
              <a:rPr lang="en-US" sz="1400" dirty="0"/>
              <a:t> </a:t>
            </a:r>
            <a:r>
              <a:rPr lang="en-US" sz="1400" dirty="0" err="1"/>
              <a:t>unos</a:t>
            </a:r>
            <a:r>
              <a:rPr lang="en-US" sz="1400" dirty="0"/>
              <a:t> </a:t>
            </a:r>
            <a:r>
              <a:rPr lang="en-US" sz="1400" dirty="0" err="1"/>
              <a:t>lokacije</a:t>
            </a:r>
            <a:r>
              <a:rPr lang="en-US" sz="1400" dirty="0"/>
              <a:t>. </a:t>
            </a:r>
            <a:r>
              <a:rPr lang="en-US" sz="1400" dirty="0" err="1"/>
              <a:t>Umjesto</a:t>
            </a:r>
            <a:r>
              <a:rPr lang="en-US" sz="1400" dirty="0"/>
              <a:t> da </a:t>
            </a:r>
            <a:r>
              <a:rPr lang="en-US" sz="1400" dirty="0" err="1"/>
              <a:t>korisnik</a:t>
            </a:r>
            <a:r>
              <a:rPr lang="en-US" sz="1400" dirty="0"/>
              <a:t> mora </a:t>
            </a:r>
            <a:r>
              <a:rPr lang="en-US" sz="1400" dirty="0" err="1"/>
              <a:t>znati</a:t>
            </a:r>
            <a:r>
              <a:rPr lang="en-US" sz="1400" dirty="0"/>
              <a:t> </a:t>
            </a:r>
            <a:r>
              <a:rPr lang="en-US" sz="1400" dirty="0" err="1"/>
              <a:t>tačan</a:t>
            </a:r>
            <a:r>
              <a:rPr lang="en-US" sz="1400" dirty="0"/>
              <a:t> ID </a:t>
            </a:r>
            <a:r>
              <a:rPr lang="en-US" sz="1400" dirty="0" err="1"/>
              <a:t>čvora</a:t>
            </a:r>
            <a:r>
              <a:rPr lang="en-US" sz="1400" dirty="0"/>
              <a:t> (</a:t>
            </a:r>
            <a:r>
              <a:rPr lang="en-US" sz="1400" dirty="0" err="1"/>
              <a:t>dugačak</a:t>
            </a:r>
            <a:r>
              <a:rPr lang="en-US" sz="1400" dirty="0"/>
              <a:t> </a:t>
            </a:r>
            <a:r>
              <a:rPr lang="en-US" sz="1400" dirty="0" err="1"/>
              <a:t>broj</a:t>
            </a:r>
            <a:r>
              <a:rPr lang="en-US" sz="1400" dirty="0"/>
              <a:t> </a:t>
            </a:r>
            <a:r>
              <a:rPr lang="en-US" sz="1400" dirty="0" err="1"/>
              <a:t>iz</a:t>
            </a:r>
            <a:r>
              <a:rPr lang="en-US" sz="1400" dirty="0"/>
              <a:t> OpenStreetMap-a), on </a:t>
            </a:r>
            <a:r>
              <a:rPr lang="en-US" sz="1400" dirty="0" err="1"/>
              <a:t>može</a:t>
            </a:r>
            <a:r>
              <a:rPr lang="en-US" sz="1400" dirty="0"/>
              <a:t> </a:t>
            </a:r>
            <a:r>
              <a:rPr lang="en-US" sz="1400" dirty="0" err="1"/>
              <a:t>unijeti</a:t>
            </a:r>
            <a:r>
              <a:rPr lang="en-US" sz="1400" dirty="0"/>
              <a:t>:</a:t>
            </a:r>
          </a:p>
          <a:p>
            <a:r>
              <a:rPr lang="en-US" sz="1400" dirty="0"/>
              <a:t>ID: Ako </a:t>
            </a:r>
            <a:r>
              <a:rPr lang="en-US" sz="1400" dirty="0" err="1"/>
              <a:t>unese</a:t>
            </a:r>
            <a:r>
              <a:rPr lang="en-US" sz="1400" dirty="0"/>
              <a:t> </a:t>
            </a:r>
            <a:r>
              <a:rPr lang="en-US" sz="1400" dirty="0" err="1"/>
              <a:t>broj</a:t>
            </a:r>
            <a:r>
              <a:rPr lang="en-US" sz="1400" dirty="0"/>
              <a:t>, </a:t>
            </a:r>
            <a:r>
              <a:rPr lang="en-US" sz="1400" dirty="0" err="1"/>
              <a:t>funkcija</a:t>
            </a:r>
            <a:r>
              <a:rPr lang="en-US" sz="1400" dirty="0"/>
              <a:t> </a:t>
            </a:r>
            <a:r>
              <a:rPr lang="en-US" sz="1400" dirty="0" err="1"/>
              <a:t>provjerava</a:t>
            </a:r>
            <a:r>
              <a:rPr lang="en-US" sz="1400" dirty="0"/>
              <a:t> da li taj </a:t>
            </a:r>
            <a:r>
              <a:rPr lang="en-US" sz="1400" dirty="0" err="1"/>
              <a:t>čvor</a:t>
            </a:r>
            <a:r>
              <a:rPr lang="en-US" sz="1400" dirty="0"/>
              <a:t> </a:t>
            </a:r>
            <a:r>
              <a:rPr lang="en-US" sz="1400" dirty="0" err="1"/>
              <a:t>postoji</a:t>
            </a:r>
            <a:r>
              <a:rPr lang="en-US" sz="1400" dirty="0"/>
              <a:t> u </a:t>
            </a:r>
            <a:r>
              <a:rPr lang="en-US" sz="1400" dirty="0" err="1"/>
              <a:t>grafu</a:t>
            </a:r>
            <a:r>
              <a:rPr lang="en-US" sz="1400" dirty="0"/>
              <a:t>.</a:t>
            </a:r>
          </a:p>
          <a:p>
            <a:r>
              <a:rPr lang="en-US" sz="1400" dirty="0"/>
              <a:t>Ime: Ako </a:t>
            </a:r>
            <a:r>
              <a:rPr lang="en-US" sz="1400" dirty="0" err="1"/>
              <a:t>unese</a:t>
            </a:r>
            <a:r>
              <a:rPr lang="en-US" sz="1400" dirty="0"/>
              <a:t> </a:t>
            </a:r>
            <a:r>
              <a:rPr lang="en-US" sz="1400" dirty="0" err="1"/>
              <a:t>tekst</a:t>
            </a:r>
            <a:r>
              <a:rPr lang="en-US" sz="1400" dirty="0"/>
              <a:t> (</a:t>
            </a:r>
            <a:r>
              <a:rPr lang="en-US" sz="1400" dirty="0" err="1"/>
              <a:t>npr</a:t>
            </a:r>
            <a:r>
              <a:rPr lang="en-US" sz="1400" dirty="0"/>
              <a:t>. "Knez Mihailova"), </a:t>
            </a:r>
            <a:r>
              <a:rPr lang="en-US" sz="1400" dirty="0" err="1"/>
              <a:t>funkcija</a:t>
            </a:r>
            <a:r>
              <a:rPr lang="en-US" sz="1400" dirty="0"/>
              <a:t> </a:t>
            </a:r>
            <a:r>
              <a:rPr lang="en-US" sz="1400" dirty="0" err="1"/>
              <a:t>pretražuje</a:t>
            </a:r>
            <a:r>
              <a:rPr lang="en-US" sz="1400" dirty="0"/>
              <a:t> </a:t>
            </a:r>
            <a:r>
              <a:rPr lang="en-US" sz="1400" dirty="0" err="1"/>
              <a:t>čvorove</a:t>
            </a:r>
            <a:r>
              <a:rPr lang="en-US" sz="1400" dirty="0"/>
              <a:t> po </a:t>
            </a:r>
            <a:r>
              <a:rPr lang="en-US" sz="1400" dirty="0" err="1"/>
              <a:t>imenu</a:t>
            </a:r>
            <a:r>
              <a:rPr lang="en-US" sz="1400" dirty="0"/>
              <a:t>. Ako </a:t>
            </a:r>
            <a:r>
              <a:rPr lang="en-US" sz="1400" dirty="0" err="1"/>
              <a:t>pronađe</a:t>
            </a:r>
            <a:r>
              <a:rPr lang="en-US" sz="1400" dirty="0"/>
              <a:t> </a:t>
            </a:r>
            <a:r>
              <a:rPr lang="en-US" sz="1400" dirty="0" err="1"/>
              <a:t>jedan</a:t>
            </a:r>
            <a:r>
              <a:rPr lang="en-US" sz="1400" dirty="0"/>
              <a:t> </a:t>
            </a:r>
            <a:r>
              <a:rPr lang="en-US" sz="1400" dirty="0" err="1"/>
              <a:t>rezultat</a:t>
            </a:r>
            <a:r>
              <a:rPr lang="en-US" sz="1400" dirty="0"/>
              <a:t>, </a:t>
            </a:r>
            <a:r>
              <a:rPr lang="en-US" sz="1400" dirty="0" err="1"/>
              <a:t>odmah</a:t>
            </a:r>
            <a:r>
              <a:rPr lang="en-US" sz="1400" dirty="0"/>
              <a:t> ga </a:t>
            </a:r>
            <a:r>
              <a:rPr lang="en-US" sz="1400" dirty="0" err="1"/>
              <a:t>vraća</a:t>
            </a:r>
            <a:r>
              <a:rPr lang="en-US" sz="1400" dirty="0"/>
              <a:t>. Ako </a:t>
            </a:r>
            <a:r>
              <a:rPr lang="en-US" sz="1400" dirty="0" err="1"/>
              <a:t>pronađe</a:t>
            </a:r>
            <a:r>
              <a:rPr lang="en-US" sz="1400" dirty="0"/>
              <a:t> </a:t>
            </a:r>
            <a:r>
              <a:rPr lang="en-US" sz="1400" dirty="0" err="1"/>
              <a:t>više</a:t>
            </a:r>
            <a:r>
              <a:rPr lang="en-US" sz="1400" dirty="0"/>
              <a:t> </a:t>
            </a:r>
            <a:r>
              <a:rPr lang="en-US" sz="1400" dirty="0" err="1"/>
              <a:t>rezultata</a:t>
            </a:r>
            <a:r>
              <a:rPr lang="en-US" sz="1400" dirty="0"/>
              <a:t> (</a:t>
            </a:r>
            <a:r>
              <a:rPr lang="en-US" sz="1400" dirty="0" err="1"/>
              <a:t>npr</a:t>
            </a:r>
            <a:r>
              <a:rPr lang="en-US" sz="1400" dirty="0"/>
              <a:t>. </a:t>
            </a:r>
            <a:r>
              <a:rPr lang="en-US" sz="1400" dirty="0" err="1"/>
              <a:t>više</a:t>
            </a:r>
            <a:r>
              <a:rPr lang="en-US" sz="1400" dirty="0"/>
              <a:t> </a:t>
            </a:r>
            <a:r>
              <a:rPr lang="en-US" sz="1400" dirty="0" err="1"/>
              <a:t>lokacija</a:t>
            </a:r>
            <a:r>
              <a:rPr lang="en-US" sz="1400" dirty="0"/>
              <a:t> </a:t>
            </a:r>
            <a:r>
              <a:rPr lang="en-US" sz="1400" dirty="0" err="1"/>
              <a:t>sa</a:t>
            </a:r>
            <a:r>
              <a:rPr lang="en-US" sz="1400" dirty="0"/>
              <a:t> </a:t>
            </a:r>
            <a:r>
              <a:rPr lang="en-US" sz="1400" dirty="0" err="1"/>
              <a:t>istim</a:t>
            </a:r>
            <a:r>
              <a:rPr lang="en-US" sz="1400" dirty="0"/>
              <a:t> </a:t>
            </a:r>
            <a:r>
              <a:rPr lang="en-US" sz="1400" dirty="0" err="1"/>
              <a:t>imenom</a:t>
            </a:r>
            <a:r>
              <a:rPr lang="en-US" sz="1400" dirty="0"/>
              <a:t>), </a:t>
            </a:r>
            <a:r>
              <a:rPr lang="en-US" sz="1400" dirty="0" err="1"/>
              <a:t>ispisuje</a:t>
            </a:r>
            <a:r>
              <a:rPr lang="en-US" sz="1400" dirty="0"/>
              <a:t> </a:t>
            </a:r>
            <a:r>
              <a:rPr lang="en-US" sz="1400" dirty="0" err="1"/>
              <a:t>listu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traži</a:t>
            </a:r>
            <a:r>
              <a:rPr lang="en-US" sz="1400" dirty="0"/>
              <a:t> od </a:t>
            </a:r>
            <a:r>
              <a:rPr lang="en-US" sz="1400" dirty="0" err="1"/>
              <a:t>korisnika</a:t>
            </a:r>
            <a:r>
              <a:rPr lang="en-US" sz="1400" dirty="0"/>
              <a:t> da </a:t>
            </a:r>
            <a:r>
              <a:rPr lang="en-US" sz="1400" dirty="0" err="1"/>
              <a:t>izabere</a:t>
            </a:r>
            <a:r>
              <a:rPr lang="en-US" sz="1400" dirty="0"/>
              <a:t> </a:t>
            </a:r>
            <a:r>
              <a:rPr lang="en-US" sz="1400" dirty="0" err="1"/>
              <a:t>redni</a:t>
            </a:r>
            <a:r>
              <a:rPr lang="en-US" sz="1400" dirty="0"/>
              <a:t> </a:t>
            </a:r>
            <a:r>
              <a:rPr lang="en-US" sz="1400" dirty="0" err="1"/>
              <a:t>broj</a:t>
            </a:r>
            <a:r>
              <a:rPr lang="en-US" sz="1400" dirty="0"/>
              <a:t>.</a:t>
            </a:r>
          </a:p>
        </p:txBody>
      </p:sp>
      <p:pic>
        <p:nvPicPr>
          <p:cNvPr id="5" name="Picture 4" descr="A computer screen shot of a program code">
            <a:extLst>
              <a:ext uri="{FF2B5EF4-FFF2-40B4-BE49-F238E27FC236}">
                <a16:creationId xmlns:a16="http://schemas.microsoft.com/office/drawing/2014/main" id="{C7EA1CA3-208D-6379-A751-99C1038107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5"/>
          <a:stretch>
            <a:fillRect/>
          </a:stretch>
        </p:blipFill>
        <p:spPr>
          <a:xfrm>
            <a:off x="6081019" y="64571"/>
            <a:ext cx="4669699" cy="4004733"/>
          </a:xfrm>
          <a:prstGeom prst="rect">
            <a:avLst/>
          </a:prstGeom>
        </p:spPr>
      </p:pic>
      <p:pic>
        <p:nvPicPr>
          <p:cNvPr id="7" name="Picture 6" descr="A computer screen shot of code&#10;&#10;AI-generated content may be incorrect.">
            <a:extLst>
              <a:ext uri="{FF2B5EF4-FFF2-40B4-BE49-F238E27FC236}">
                <a16:creationId xmlns:a16="http://schemas.microsoft.com/office/drawing/2014/main" id="{FE8D0604-CE8E-57F2-8770-B1109E93A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019" y="4069304"/>
            <a:ext cx="4669699" cy="260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69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3BA1-9DB0-7E9D-7983-D92753B92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5466" y="365125"/>
            <a:ext cx="3598333" cy="2219363"/>
          </a:xfrm>
        </p:spPr>
        <p:txBody>
          <a:bodyPr>
            <a:normAutofit/>
          </a:bodyPr>
          <a:lstStyle/>
          <a:p>
            <a:r>
              <a:rPr lang="en-US" sz="1400" dirty="0" err="1"/>
              <a:t>Učitavanje</a:t>
            </a:r>
            <a:r>
              <a:rPr lang="en-US" sz="1400" dirty="0"/>
              <a:t> </a:t>
            </a:r>
            <a:r>
              <a:rPr lang="en-US" sz="1400" dirty="0" err="1"/>
              <a:t>mape</a:t>
            </a:r>
            <a:r>
              <a:rPr lang="en-US" sz="1400" dirty="0"/>
              <a:t>: </a:t>
            </a:r>
            <a:r>
              <a:rPr lang="en-US" sz="1400" dirty="0" err="1"/>
              <a:t>Kreira</a:t>
            </a:r>
            <a:r>
              <a:rPr lang="en-US" sz="1400" dirty="0"/>
              <a:t> </a:t>
            </a:r>
            <a:r>
              <a:rPr lang="en-US" sz="1400" dirty="0" err="1"/>
              <a:t>prazan</a:t>
            </a:r>
            <a:r>
              <a:rPr lang="en-US" sz="1400" dirty="0"/>
              <a:t> </a:t>
            </a:r>
            <a:r>
              <a:rPr lang="en-US" sz="1400" dirty="0" err="1"/>
              <a:t>graf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</a:t>
            </a:r>
            <a:r>
              <a:rPr lang="en-US" sz="1400" dirty="0" err="1"/>
              <a:t>poziva</a:t>
            </a:r>
            <a:r>
              <a:rPr lang="en-US" sz="1400" dirty="0"/>
              <a:t> </a:t>
            </a:r>
            <a:r>
              <a:rPr lang="en-US" sz="1400" dirty="0" err="1"/>
              <a:t>parseMap</a:t>
            </a:r>
            <a:r>
              <a:rPr lang="en-US" sz="1400" dirty="0"/>
              <a:t> da </a:t>
            </a:r>
            <a:r>
              <a:rPr lang="en-US" sz="1400" dirty="0" err="1"/>
              <a:t>popuni</a:t>
            </a:r>
            <a:r>
              <a:rPr lang="en-US" sz="1400" dirty="0"/>
              <a:t> </a:t>
            </a:r>
            <a:r>
              <a:rPr lang="en-US" sz="1400" dirty="0" err="1"/>
              <a:t>graf</a:t>
            </a:r>
            <a:r>
              <a:rPr lang="en-US" sz="1400" dirty="0"/>
              <a:t> </a:t>
            </a:r>
            <a:r>
              <a:rPr lang="en-US" sz="1400" dirty="0" err="1"/>
              <a:t>podacima</a:t>
            </a:r>
            <a:r>
              <a:rPr lang="en-US" sz="1400" dirty="0"/>
              <a:t> </a:t>
            </a:r>
            <a:r>
              <a:rPr lang="en-US" sz="1400" dirty="0" err="1"/>
              <a:t>iz</a:t>
            </a:r>
            <a:r>
              <a:rPr lang="en-US" sz="1400" dirty="0"/>
              <a:t> XML-a.</a:t>
            </a:r>
          </a:p>
        </p:txBody>
      </p:sp>
      <p:pic>
        <p:nvPicPr>
          <p:cNvPr id="5" name="Content Placeholder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291A4E4F-9918-37F0-0051-A723C290E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473565"/>
            <a:ext cx="5867908" cy="2110923"/>
          </a:xfrm>
          <a:prstGeom prst="rect">
            <a:avLst/>
          </a:prstGeom>
        </p:spPr>
      </p:pic>
      <p:pic>
        <p:nvPicPr>
          <p:cNvPr id="7" name="Picture 6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5E06C2AF-1591-F28F-AC99-29CC0F1A5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563" y="4519898"/>
            <a:ext cx="9496874" cy="21941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5BE6A4-AF59-A8A2-5DCB-14ED23484B53}"/>
              </a:ext>
            </a:extLst>
          </p:cNvPr>
          <p:cNvSpPr txBox="1"/>
          <p:nvPr/>
        </p:nvSpPr>
        <p:spPr>
          <a:xfrm>
            <a:off x="838201" y="2751974"/>
            <a:ext cx="1051559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Ako </a:t>
            </a:r>
            <a:r>
              <a:rPr lang="en-US" sz="1400" dirty="0" err="1"/>
              <a:t>korisnik</a:t>
            </a:r>
            <a:r>
              <a:rPr lang="en-US" sz="1400" dirty="0"/>
              <a:t> </a:t>
            </a:r>
            <a:r>
              <a:rPr lang="en-US" sz="1400" dirty="0" err="1"/>
              <a:t>izabere</a:t>
            </a:r>
            <a:r>
              <a:rPr lang="en-US" sz="1400" dirty="0"/>
              <a:t> </a:t>
            </a:r>
            <a:r>
              <a:rPr lang="en-US" sz="1400" dirty="0" err="1"/>
              <a:t>čvor</a:t>
            </a:r>
            <a:r>
              <a:rPr lang="en-US" sz="1400" dirty="0"/>
              <a:t> koji </a:t>
            </a:r>
            <a:r>
              <a:rPr lang="en-US" sz="1400" dirty="0" err="1"/>
              <a:t>nije</a:t>
            </a:r>
            <a:r>
              <a:rPr lang="en-US" sz="1400" dirty="0"/>
              <a:t> </a:t>
            </a:r>
            <a:r>
              <a:rPr lang="en-US" sz="1400" dirty="0" err="1"/>
              <a:t>povezan</a:t>
            </a:r>
            <a:r>
              <a:rPr lang="en-US" sz="1400" dirty="0"/>
              <a:t> </a:t>
            </a:r>
            <a:r>
              <a:rPr lang="en-US" sz="1400" dirty="0" err="1"/>
              <a:t>sa</a:t>
            </a:r>
            <a:r>
              <a:rPr lang="en-US" sz="1400" dirty="0"/>
              <a:t> </a:t>
            </a:r>
            <a:r>
              <a:rPr lang="en-US" sz="1400" dirty="0" err="1"/>
              <a:t>putevima</a:t>
            </a:r>
            <a:r>
              <a:rPr lang="en-US" sz="1400" dirty="0"/>
              <a:t> (</a:t>
            </a:r>
            <a:r>
              <a:rPr lang="en-US" sz="1400" dirty="0" err="1"/>
              <a:t>npr</a:t>
            </a:r>
            <a:r>
              <a:rPr lang="en-US" sz="1400" dirty="0"/>
              <a:t>. </a:t>
            </a:r>
            <a:r>
              <a:rPr lang="en-US" sz="1400" dirty="0" err="1"/>
              <a:t>zgrada</a:t>
            </a:r>
            <a:r>
              <a:rPr lang="en-US" sz="1400" dirty="0"/>
              <a:t> </a:t>
            </a:r>
            <a:r>
              <a:rPr lang="en-US" sz="1400" dirty="0" err="1"/>
              <a:t>koja</a:t>
            </a:r>
            <a:r>
              <a:rPr lang="en-US" sz="1400" dirty="0"/>
              <a:t> </a:t>
            </a:r>
            <a:r>
              <a:rPr lang="en-US" sz="1400" dirty="0" err="1"/>
              <a:t>nema</a:t>
            </a:r>
            <a:r>
              <a:rPr lang="en-US" sz="1400" dirty="0"/>
              <a:t> </a:t>
            </a:r>
            <a:r>
              <a:rPr lang="en-US" sz="1400" dirty="0" err="1"/>
              <a:t>direktnu</a:t>
            </a:r>
            <a:r>
              <a:rPr lang="en-US" sz="1400" dirty="0"/>
              <a:t> </a:t>
            </a:r>
            <a:r>
              <a:rPr lang="en-US" sz="1400" dirty="0" err="1"/>
              <a:t>granu</a:t>
            </a:r>
            <a:r>
              <a:rPr lang="en-US" sz="1400" dirty="0"/>
              <a:t> u </a:t>
            </a:r>
            <a:r>
              <a:rPr lang="en-US" sz="1400" dirty="0" err="1"/>
              <a:t>grafu</a:t>
            </a:r>
            <a:r>
              <a:rPr lang="en-US" sz="1400" dirty="0"/>
              <a:t>), </a:t>
            </a:r>
            <a:r>
              <a:rPr lang="en-US" sz="1400" dirty="0" err="1"/>
              <a:t>funkcija</a:t>
            </a:r>
            <a:r>
              <a:rPr lang="en-US" sz="1400" dirty="0"/>
              <a:t> </a:t>
            </a:r>
            <a:r>
              <a:rPr lang="en-US" sz="1400" dirty="0" err="1"/>
              <a:t>getNearestNode</a:t>
            </a:r>
            <a:r>
              <a:rPr lang="en-US" sz="1400" dirty="0"/>
              <a:t> </a:t>
            </a:r>
            <a:r>
              <a:rPr lang="en-US" sz="1400" dirty="0" err="1"/>
              <a:t>traži</a:t>
            </a:r>
            <a:r>
              <a:rPr lang="en-US" sz="1400" dirty="0"/>
              <a:t> </a:t>
            </a:r>
            <a:r>
              <a:rPr lang="en-US" sz="1400" dirty="0" err="1"/>
              <a:t>najbliži</a:t>
            </a:r>
            <a:r>
              <a:rPr lang="en-US" sz="1400" dirty="0"/>
              <a:t> </a:t>
            </a:r>
            <a:r>
              <a:rPr lang="en-US" sz="1400" dirty="0" err="1"/>
              <a:t>čvor</a:t>
            </a:r>
            <a:r>
              <a:rPr lang="en-US" sz="1400" dirty="0"/>
              <a:t> koji se </a:t>
            </a:r>
            <a:r>
              <a:rPr lang="en-US" sz="1400" dirty="0" err="1"/>
              <a:t>nalazi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putu. (Radi </a:t>
            </a:r>
            <a:r>
              <a:rPr lang="en-US" sz="1400" dirty="0" err="1"/>
              <a:t>isto</a:t>
            </a:r>
            <a:r>
              <a:rPr lang="en-US" sz="1400" dirty="0"/>
              <a:t> za po</a:t>
            </a:r>
            <a:r>
              <a:rPr lang="sr-Latn-ME" sz="1400" dirty="0"/>
              <a:t>četni i krajnji čvor).</a:t>
            </a:r>
          </a:p>
          <a:p>
            <a:endParaRPr lang="sr-Latn-ME" sz="1400" dirty="0"/>
          </a:p>
          <a:p>
            <a:r>
              <a:rPr lang="en-US" sz="1400" dirty="0" err="1"/>
              <a:t>Pronalaženje</a:t>
            </a:r>
            <a:r>
              <a:rPr lang="en-US" sz="1400" dirty="0"/>
              <a:t> puta: </a:t>
            </a:r>
            <a:r>
              <a:rPr lang="en-US" sz="1400" dirty="0" err="1"/>
              <a:t>Poziva</a:t>
            </a:r>
            <a:r>
              <a:rPr lang="en-US" sz="1400" dirty="0"/>
              <a:t> </a:t>
            </a:r>
            <a:r>
              <a:rPr lang="en-US" sz="1400" dirty="0" err="1"/>
              <a:t>findShortestPath</a:t>
            </a:r>
            <a:r>
              <a:rPr lang="en-US" sz="1400" dirty="0"/>
              <a:t> da </a:t>
            </a:r>
            <a:r>
              <a:rPr lang="en-US" sz="1400" dirty="0" err="1"/>
              <a:t>izračuna</a:t>
            </a:r>
            <a:r>
              <a:rPr lang="en-US" sz="1400" dirty="0"/>
              <a:t> </a:t>
            </a:r>
            <a:r>
              <a:rPr lang="en-US" sz="1400" dirty="0" err="1"/>
              <a:t>putanju</a:t>
            </a:r>
            <a:r>
              <a:rPr lang="en-US" sz="1400" dirty="0"/>
              <a:t>.</a:t>
            </a:r>
          </a:p>
          <a:p>
            <a:endParaRPr lang="sr-Latn-ME" sz="1400" dirty="0"/>
          </a:p>
          <a:p>
            <a:r>
              <a:rPr lang="en-US" sz="1400" dirty="0" err="1"/>
              <a:t>Ispis</a:t>
            </a:r>
            <a:r>
              <a:rPr lang="en-US" sz="1400" dirty="0"/>
              <a:t> </a:t>
            </a:r>
            <a:r>
              <a:rPr lang="en-US" sz="1400" dirty="0" err="1"/>
              <a:t>rezultata</a:t>
            </a:r>
            <a:r>
              <a:rPr lang="en-US" sz="1400" dirty="0"/>
              <a:t>:</a:t>
            </a:r>
            <a:r>
              <a:rPr lang="sr-Latn-ME" sz="1400" dirty="0"/>
              <a:t> </a:t>
            </a:r>
            <a:r>
              <a:rPr lang="en-US" sz="1400" dirty="0" err="1"/>
              <a:t>Ispisuje</a:t>
            </a:r>
            <a:r>
              <a:rPr lang="en-US" sz="1400" dirty="0"/>
              <a:t> </a:t>
            </a:r>
            <a:r>
              <a:rPr lang="en-US" sz="1400" dirty="0" err="1"/>
              <a:t>ukupnu</a:t>
            </a:r>
            <a:r>
              <a:rPr lang="en-US" sz="1400" dirty="0"/>
              <a:t> </a:t>
            </a:r>
            <a:r>
              <a:rPr lang="en-US" sz="1400" dirty="0" err="1"/>
              <a:t>dužinu</a:t>
            </a:r>
            <a:r>
              <a:rPr lang="en-US" sz="1400" dirty="0"/>
              <a:t> puta u </a:t>
            </a:r>
            <a:r>
              <a:rPr lang="en-US" sz="1400" dirty="0" err="1"/>
              <a:t>metrima</a:t>
            </a:r>
            <a:r>
              <a:rPr lang="en-US" sz="1400" dirty="0"/>
              <a:t>.</a:t>
            </a:r>
            <a:r>
              <a:rPr lang="sr-Latn-ME" sz="1400" dirty="0"/>
              <a:t> </a:t>
            </a:r>
            <a:r>
              <a:rPr lang="en-US" sz="1400" dirty="0" err="1"/>
              <a:t>Ispisuje</a:t>
            </a:r>
            <a:r>
              <a:rPr lang="en-US" sz="1400" dirty="0"/>
              <a:t> </a:t>
            </a:r>
            <a:r>
              <a:rPr lang="en-US" sz="1400" dirty="0" err="1"/>
              <a:t>slijed</a:t>
            </a:r>
            <a:r>
              <a:rPr lang="en-US" sz="1400" dirty="0"/>
              <a:t> </a:t>
            </a:r>
            <a:r>
              <a:rPr lang="en-US" sz="1400" dirty="0" err="1"/>
              <a:t>lokacija</a:t>
            </a:r>
            <a:r>
              <a:rPr lang="en-US" sz="1400" dirty="0"/>
              <a:t>. Ako </a:t>
            </a:r>
            <a:r>
              <a:rPr lang="en-US" sz="1400" dirty="0" err="1"/>
              <a:t>čvor</a:t>
            </a:r>
            <a:r>
              <a:rPr lang="en-US" sz="1400" dirty="0"/>
              <a:t> </a:t>
            </a:r>
            <a:r>
              <a:rPr lang="en-US" sz="1400" dirty="0" err="1"/>
              <a:t>nema</a:t>
            </a:r>
            <a:r>
              <a:rPr lang="en-US" sz="1400" dirty="0"/>
              <a:t> </a:t>
            </a:r>
            <a:r>
              <a:rPr lang="en-US" sz="1400" dirty="0" err="1"/>
              <a:t>ime</a:t>
            </a:r>
            <a:r>
              <a:rPr lang="en-US" sz="1400" dirty="0"/>
              <a:t>, </a:t>
            </a:r>
            <a:r>
              <a:rPr lang="en-US" sz="1400" dirty="0" err="1"/>
              <a:t>pokušava</a:t>
            </a:r>
            <a:r>
              <a:rPr lang="en-US" sz="1400" dirty="0"/>
              <a:t> </a:t>
            </a:r>
            <a:r>
              <a:rPr lang="en-US" sz="1400" dirty="0" err="1"/>
              <a:t>pronaći</a:t>
            </a:r>
            <a:r>
              <a:rPr lang="en-US" sz="1400" dirty="0"/>
              <a:t> </a:t>
            </a:r>
            <a:r>
              <a:rPr lang="en-US" sz="1400" dirty="0" err="1"/>
              <a:t>ime</a:t>
            </a:r>
            <a:r>
              <a:rPr lang="en-US" sz="1400" dirty="0"/>
              <a:t> </a:t>
            </a:r>
            <a:r>
              <a:rPr lang="en-US" sz="1400" dirty="0" err="1"/>
              <a:t>ulice</a:t>
            </a:r>
            <a:r>
              <a:rPr lang="en-US" sz="1400" dirty="0"/>
              <a:t> (</a:t>
            </a:r>
            <a:r>
              <a:rPr lang="en-US" sz="1400" dirty="0" err="1"/>
              <a:t>grane</a:t>
            </a:r>
            <a:r>
              <a:rPr lang="en-US" sz="1400" dirty="0"/>
              <a:t>) </a:t>
            </a:r>
            <a:r>
              <a:rPr lang="en-US" sz="1400" dirty="0" err="1"/>
              <a:t>koja</a:t>
            </a:r>
            <a:r>
              <a:rPr lang="en-US" sz="1400" dirty="0"/>
              <a:t> </a:t>
            </a:r>
            <a:r>
              <a:rPr lang="en-US" sz="1400" dirty="0" err="1"/>
              <a:t>vodi</a:t>
            </a:r>
            <a:r>
              <a:rPr lang="en-US" sz="1400" dirty="0"/>
              <a:t> do tog </a:t>
            </a:r>
            <a:r>
              <a:rPr lang="en-US" sz="1400" dirty="0" err="1"/>
              <a:t>čvora</a:t>
            </a:r>
            <a:r>
              <a:rPr lang="en-US" sz="1400" dirty="0"/>
              <a:t> </a:t>
            </a:r>
            <a:r>
              <a:rPr lang="en-US" sz="1400" dirty="0" err="1"/>
              <a:t>kako</a:t>
            </a:r>
            <a:r>
              <a:rPr lang="en-US" sz="1400" dirty="0"/>
              <a:t> bi </a:t>
            </a:r>
            <a:r>
              <a:rPr lang="en-US" sz="1400" dirty="0" err="1"/>
              <a:t>ispis</a:t>
            </a:r>
            <a:r>
              <a:rPr lang="en-US" sz="1400" dirty="0"/>
              <a:t> bio </a:t>
            </a:r>
            <a:r>
              <a:rPr lang="en-US" sz="1400" dirty="0" err="1"/>
              <a:t>čitljiviji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0104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650</TotalTime>
  <Words>1078</Words>
  <Application>Microsoft Office PowerPoint</Application>
  <PresentationFormat>Widescreen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id: Jedinstveni broj čvora (i puta) (npr. 1, 2, 3, 4) &lt;nd ref="..."/&gt;: Ovo su "reference" na čvorove. Na primjer, put 100 povezuje čvor 1 i čvor 2 </vt:lpstr>
      <vt:lpstr>PowerPoint Presentation</vt:lpstr>
      <vt:lpstr>Folder model sadrži osnovne strukture podataka i logiku za rad sa grafom (mapom). U njemu se nalaze dvije ključne datoteke:  graph.h : Definiše strukture Node (čvor), Edge (ivica/ulica) i Graph. graph.c : Sadrži implementaciju funkcija za kreiranje grafa, dodavanje elemenata i pretragu.</vt:lpstr>
      <vt:lpstr>findNodesByName Ova funkcija služi za pretragu svih lokacija (čvorova) u grafu čije ime sadrži traženi pojam.   Prvo prolazi kroz sve čvorove u grafu i broji koliko njih sadrži traženi string (koristeći containsIgnoreCase). Alocira niz pokazivača na čvorove (Node**) tačne veličine. Ponovo prolazi kroz graf i puni taj niz čvorovima koji su se poklopili. Namjena: Kada korisnik upiše dio imena ulice ili mjesta, ova funkcija mu vraća listu mogućih pogodaka.</vt:lpstr>
      <vt:lpstr>getNearestNode Pronalazi čvor u grafu koji je geografski najbliži zadatim koordinatama (lat, lon), a koji je dio putne mreže .  Iako Zemlja nije ravna, na malim udaljenostima u gradu, najkraća dijagonala u lat/lon koordinatama će skoro uvijek ukazati na isti čvor kao i složenija Haversine formula, ali se računa mnogo brže. Namjena: Ako korisnik klikne na mapu ili unese koordinate koje nisu "pogodile" tačno u čvor (raskrsnicu), ova funkcija ga "zakači" na najbližu važeću raskrsnicu kako bi Dijkstra mogla početi računanje puta.</vt:lpstr>
      <vt:lpstr>Folder service podijeljen u dvije glavne cjeline: parser (učitanje mape) i pathfinder (pronalaženje puta).</vt:lpstr>
      <vt:lpstr>Folder utils (skraćeno od Utilities) služi za čuvanje pomoćnih funkcija koje nisu direktno vezane za grafove ili parsiranje, već rješavaju specifične matematičke ili tehničke zadatke koji se koriste u više dijelova programa.  U ovom folderu se nalaze četiri datoteke:</vt:lpstr>
      <vt:lpstr>PowerPoint Presentation</vt:lpstr>
      <vt:lpstr>Fajl Makefile:</vt:lpstr>
      <vt:lpstr>main.c</vt:lpstr>
      <vt:lpstr>Učitavanje mape: Kreira prazan graf i poziva parseMap da popuni graf podacima iz XML-a.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Vedad Vesnic</dc:creator>
  <cp:lastModifiedBy>Vedad Vesnic</cp:lastModifiedBy>
  <cp:revision>15</cp:revision>
  <dcterms:created xsi:type="dcterms:W3CDTF">2025-12-23T21:24:49Z</dcterms:created>
  <dcterms:modified xsi:type="dcterms:W3CDTF">2026-01-25T20:39:39Z</dcterms:modified>
</cp:coreProperties>
</file>